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theme/theme4.xml" ContentType="application/vnd.openxmlformats-officedocument.theme+xml"/>
  <Override PartName="/ppt/slideLayouts/slideLayout26.xml" ContentType="application/vnd.openxmlformats-officedocument.presentationml.slideLayout+xml"/>
  <Override PartName="/ppt/theme/theme5.xml" ContentType="application/vnd.openxmlformats-officedocument.theme+xml"/>
  <Override PartName="/ppt/slideLayouts/slideLayout27.xml" ContentType="application/vnd.openxmlformats-officedocument.presentationml.slideLayout+xml"/>
  <Override PartName="/ppt/theme/theme6.xml" ContentType="application/vnd.openxmlformats-officedocument.theme+xml"/>
  <Override PartName="/ppt/slideLayouts/slideLayout28.xml" ContentType="application/vnd.openxmlformats-officedocument.presentationml.slideLayout+xml"/>
  <Override PartName="/ppt/theme/theme7.xml" ContentType="application/vnd.openxmlformats-officedocument.theme+xml"/>
  <Override PartName="/ppt/slideLayouts/slideLayout29.xml" ContentType="application/vnd.openxmlformats-officedocument.presentationml.slideLayout+xml"/>
  <Override PartName="/ppt/theme/theme8.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3" r:id="rId4"/>
    <p:sldMasterId id="2147483905" r:id="rId5"/>
    <p:sldMasterId id="2147483911" r:id="rId6"/>
    <p:sldMasterId id="2147483913" r:id="rId7"/>
    <p:sldMasterId id="2147483917" r:id="rId8"/>
    <p:sldMasterId id="2147483930" r:id="rId9"/>
    <p:sldMasterId id="2147483939" r:id="rId10"/>
    <p:sldMasterId id="2147483941" r:id="rId11"/>
    <p:sldMasterId id="2147483943" r:id="rId12"/>
  </p:sldMasterIdLst>
  <p:notesMasterIdLst>
    <p:notesMasterId r:id="rId14"/>
  </p:notesMasterIdLst>
  <p:handoutMasterIdLst>
    <p:handoutMasterId r:id="rId15"/>
  </p:handoutMasterIdLst>
  <p:sldIdLst>
    <p:sldId id="649" r:id="rId13"/>
  </p:sldIdLst>
  <p:sldSz cx="9144000" cy="5143500" type="screen16x9"/>
  <p:notesSz cx="6858000" cy="9144000"/>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8694542-261C-47BD-AFED-E88B36C17E0F}">
          <p14:sldIdLst>
            <p14:sldId id="649"/>
          </p14:sldIdLst>
        </p14:section>
      </p14:sectionLst>
    </p:ext>
    <p:ext uri="{EFAFB233-063F-42B5-8137-9DF3F51BA10A}">
      <p15:sldGuideLst xmlns:p15="http://schemas.microsoft.com/office/powerpoint/2012/main">
        <p15:guide id="1" orient="horz" pos="108">
          <p15:clr>
            <a:srgbClr val="A4A3A4"/>
          </p15:clr>
        </p15:guide>
        <p15:guide id="2" orient="horz" pos="900">
          <p15:clr>
            <a:srgbClr val="A4A3A4"/>
          </p15:clr>
        </p15:guide>
        <p15:guide id="3" orient="horz" pos="2052">
          <p15:clr>
            <a:srgbClr val="A4A3A4"/>
          </p15:clr>
        </p15:guide>
        <p15:guide id="4" orient="horz" pos="3132">
          <p15:clr>
            <a:srgbClr val="A4A3A4"/>
          </p15:clr>
        </p15:guide>
        <p15:guide id="5" orient="horz" pos="1116">
          <p15:clr>
            <a:srgbClr val="A4A3A4"/>
          </p15:clr>
        </p15:guide>
        <p15:guide id="6" orient="horz" pos="684">
          <p15:clr>
            <a:srgbClr val="A4A3A4"/>
          </p15:clr>
        </p15:guide>
        <p15:guide id="7" pos="2880">
          <p15:clr>
            <a:srgbClr val="A4A3A4"/>
          </p15:clr>
        </p15:guide>
        <p15:guide id="8" pos="245">
          <p15:clr>
            <a:srgbClr val="A4A3A4"/>
          </p15:clr>
        </p15:guide>
        <p15:guide id="9" pos="893">
          <p15:clr>
            <a:srgbClr val="A4A3A4"/>
          </p15:clr>
        </p15:guide>
        <p15:guide id="10" pos="5514">
          <p15:clr>
            <a:srgbClr val="A4A3A4"/>
          </p15:clr>
        </p15:guide>
        <p15:guide id="11" pos="5299">
          <p15:clr>
            <a:srgbClr val="A4A3A4"/>
          </p15:clr>
        </p15:guide>
        <p15:guide id="12" pos="45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3952999-3428-F326-0A95-96BB3BBDB993}" name="Paul Wu (MCS)" initials="PW(" userId="S::pawu@microsoft.com::b93cddb0-8a42-4f4a-adc2-7adc8a3706bb" providerId="AD"/>
  <p188:author id="{F90382BE-9F66-9D45-208E-6298B6D6F8CB}" name="Srinivasa Vejendla" initials="SV" userId="S::svejendl@microsoft.com::70989909-744e-4fd0-80a4-6c21661b110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Mary Ann Pate" initials="MAP" lastIdx="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3762"/>
    <a:srgbClr val="002050"/>
    <a:srgbClr val="0E715F"/>
    <a:srgbClr val="518AC8"/>
    <a:srgbClr val="6EB005"/>
    <a:srgbClr val="0A5BBA"/>
    <a:srgbClr val="0C6126"/>
    <a:srgbClr val="FFCC99"/>
    <a:srgbClr val="15AEEF"/>
    <a:srgbClr val="008A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37" autoAdjust="0"/>
    <p:restoredTop sz="94660"/>
  </p:normalViewPr>
  <p:slideViewPr>
    <p:cSldViewPr snapToGrid="0">
      <p:cViewPr>
        <p:scale>
          <a:sx n="122" d="100"/>
          <a:sy n="122" d="100"/>
        </p:scale>
        <p:origin x="296" y="48"/>
      </p:cViewPr>
      <p:guideLst>
        <p:guide orient="horz" pos="108"/>
        <p:guide orient="horz" pos="900"/>
        <p:guide orient="horz" pos="2052"/>
        <p:guide orient="horz" pos="3132"/>
        <p:guide orient="horz" pos="1116"/>
        <p:guide orient="horz" pos="684"/>
        <p:guide pos="2880"/>
        <p:guide pos="245"/>
        <p:guide pos="893"/>
        <p:guide pos="5514"/>
        <p:guide pos="5299"/>
        <p:guide pos="458"/>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1.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10" Type="http://schemas.openxmlformats.org/officeDocument/2006/relationships/slideMaster" Target="slideMasters/slideMaster7.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nivasa Vejendla" userId="70989909-744e-4fd0-80a4-6c21661b1107" providerId="ADAL" clId="{5EBA5320-ACA5-487A-B4FC-A3E5D4C92A0C}"/>
    <pc:docChg chg="delSld modSection">
      <pc:chgData name="Srinivasa Vejendla" userId="70989909-744e-4fd0-80a4-6c21661b1107" providerId="ADAL" clId="{5EBA5320-ACA5-487A-B4FC-A3E5D4C92A0C}" dt="2022-06-21T18:51:58.992" v="8" actId="47"/>
      <pc:docMkLst>
        <pc:docMk/>
      </pc:docMkLst>
      <pc:sldChg chg="del">
        <pc:chgData name="Srinivasa Vejendla" userId="70989909-744e-4fd0-80a4-6c21661b1107" providerId="ADAL" clId="{5EBA5320-ACA5-487A-B4FC-A3E5D4C92A0C}" dt="2022-06-21T18:51:53.247" v="1" actId="47"/>
        <pc:sldMkLst>
          <pc:docMk/>
          <pc:sldMk cId="980885597" sldId="269"/>
        </pc:sldMkLst>
      </pc:sldChg>
      <pc:sldChg chg="del">
        <pc:chgData name="Srinivasa Vejendla" userId="70989909-744e-4fd0-80a4-6c21661b1107" providerId="ADAL" clId="{5EBA5320-ACA5-487A-B4FC-A3E5D4C92A0C}" dt="2022-06-21T18:51:58.992" v="8" actId="47"/>
        <pc:sldMkLst>
          <pc:docMk/>
          <pc:sldMk cId="2220377322" sldId="270"/>
        </pc:sldMkLst>
      </pc:sldChg>
      <pc:sldChg chg="del">
        <pc:chgData name="Srinivasa Vejendla" userId="70989909-744e-4fd0-80a4-6c21661b1107" providerId="ADAL" clId="{5EBA5320-ACA5-487A-B4FC-A3E5D4C92A0C}" dt="2022-06-21T18:51:52.446" v="0" actId="47"/>
        <pc:sldMkLst>
          <pc:docMk/>
          <pc:sldMk cId="1155255824" sldId="644"/>
        </pc:sldMkLst>
      </pc:sldChg>
      <pc:sldChg chg="del">
        <pc:chgData name="Srinivasa Vejendla" userId="70989909-744e-4fd0-80a4-6c21661b1107" providerId="ADAL" clId="{5EBA5320-ACA5-487A-B4FC-A3E5D4C92A0C}" dt="2022-06-21T18:51:58.399" v="7" actId="47"/>
        <pc:sldMkLst>
          <pc:docMk/>
          <pc:sldMk cId="2062144755" sldId="650"/>
        </pc:sldMkLst>
      </pc:sldChg>
      <pc:sldChg chg="del">
        <pc:chgData name="Srinivasa Vejendla" userId="70989909-744e-4fd0-80a4-6c21661b1107" providerId="ADAL" clId="{5EBA5320-ACA5-487A-B4FC-A3E5D4C92A0C}" dt="2022-06-21T18:51:54.243" v="2" actId="47"/>
        <pc:sldMkLst>
          <pc:docMk/>
          <pc:sldMk cId="4275029163" sldId="8730"/>
        </pc:sldMkLst>
      </pc:sldChg>
      <pc:sldChg chg="del">
        <pc:chgData name="Srinivasa Vejendla" userId="70989909-744e-4fd0-80a4-6c21661b1107" providerId="ADAL" clId="{5EBA5320-ACA5-487A-B4FC-A3E5D4C92A0C}" dt="2022-06-21T18:51:57.884" v="6" actId="47"/>
        <pc:sldMkLst>
          <pc:docMk/>
          <pc:sldMk cId="2692888053" sldId="8733"/>
        </pc:sldMkLst>
      </pc:sldChg>
      <pc:sldChg chg="del">
        <pc:chgData name="Srinivasa Vejendla" userId="70989909-744e-4fd0-80a4-6c21661b1107" providerId="ADAL" clId="{5EBA5320-ACA5-487A-B4FC-A3E5D4C92A0C}" dt="2022-06-21T18:51:54.989" v="3" actId="47"/>
        <pc:sldMkLst>
          <pc:docMk/>
          <pc:sldMk cId="2605853037" sldId="8735"/>
        </pc:sldMkLst>
      </pc:sldChg>
      <pc:sldChg chg="del">
        <pc:chgData name="Srinivasa Vejendla" userId="70989909-744e-4fd0-80a4-6c21661b1107" providerId="ADAL" clId="{5EBA5320-ACA5-487A-B4FC-A3E5D4C92A0C}" dt="2022-06-21T18:51:57.566" v="5" actId="47"/>
        <pc:sldMkLst>
          <pc:docMk/>
          <pc:sldMk cId="1063785368" sldId="8736"/>
        </pc:sldMkLst>
      </pc:sldChg>
      <pc:sldChg chg="del">
        <pc:chgData name="Srinivasa Vejendla" userId="70989909-744e-4fd0-80a4-6c21661b1107" providerId="ADAL" clId="{5EBA5320-ACA5-487A-B4FC-A3E5D4C92A0C}" dt="2022-06-21T18:51:56.041" v="4" actId="47"/>
        <pc:sldMkLst>
          <pc:docMk/>
          <pc:sldMk cId="3952060065" sldId="873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latin typeface="Segoe UI" pitchFamily="34" charset="0"/>
              </a:rPr>
              <a:t>Microsoft Services</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C3F5198-D814-4F07-A84F-942E63C84983}" type="datetimeFigureOut">
              <a:rPr lang="en-US" smtClean="0">
                <a:latin typeface="Segoe UI" pitchFamily="34" charset="0"/>
              </a:rPr>
              <a:pPr/>
              <a:t>6/21/2022</a:t>
            </a:fld>
            <a:endParaRPr lang="en-US">
              <a:latin typeface="Segoe UI" pitchFamily="34" charset="0"/>
            </a:endParaRPr>
          </a:p>
        </p:txBody>
      </p:sp>
      <p:sp>
        <p:nvSpPr>
          <p:cNvPr id="4" name="Footer Placeholder 3"/>
          <p:cNvSpPr>
            <a:spLocks noGrp="1"/>
          </p:cNvSpPr>
          <p:nvPr>
            <p:ph type="ftr" sz="quarter" idx="2"/>
          </p:nvPr>
        </p:nvSpPr>
        <p:spPr>
          <a:xfrm>
            <a:off x="0" y="8685213"/>
            <a:ext cx="6172200" cy="457200"/>
          </a:xfrm>
          <a:prstGeom prst="rect">
            <a:avLst/>
          </a:prstGeom>
        </p:spPr>
        <p:txBody>
          <a:bodyPr vert="horz" lIns="91440" tIns="45720" rIns="91440" bIns="45720" rtlCol="0" anchor="b"/>
          <a:lstStyle>
            <a:lvl1pPr algn="l">
              <a:defRPr sz="1200"/>
            </a:lvl1pPr>
          </a:lstStyle>
          <a:p>
            <a:r>
              <a:rPr lang="en-US" sz="500">
                <a:solidFill>
                  <a:srgbClr val="000000"/>
                </a:solidFill>
                <a:latin typeface="Segoe UI" pitchFamily="34" charset="0"/>
              </a:rPr>
              <a:t>© 2011 Microsoft Corporation. All rights reserved. Microsoft, Windows, Windows Vista and other product names are or may be registered trademarks and/or trademarks in the U.S. and/or other countries.</a:t>
            </a:r>
          </a:p>
          <a:p>
            <a:r>
              <a:rPr lang="en-US" sz="50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a:solidFill>
                  <a:srgbClr val="000000"/>
                </a:solidFill>
                <a:latin typeface="Segoe UI" pitchFamily="34" charset="0"/>
              </a:rPr>
            </a:br>
            <a:r>
              <a:rPr lang="en-US" sz="500">
                <a:solidFill>
                  <a:srgbClr val="000000"/>
                </a:solidFill>
                <a:latin typeface="Segoe UI" pitchFamily="34" charset="0"/>
              </a:rPr>
              <a:t>MICROSOFT MAKES NO WARRANTIES, EXPRESS, IMPLIED OR STATUTORY, AS TO THE INFORMATION IN THIS PRESENTATION.</a:t>
            </a:r>
          </a:p>
        </p:txBody>
      </p:sp>
      <p:sp>
        <p:nvSpPr>
          <p:cNvPr id="5" name="Slide Number Placeholder 4"/>
          <p:cNvSpPr>
            <a:spLocks noGrp="1"/>
          </p:cNvSpPr>
          <p:nvPr>
            <p:ph type="sldNum" sz="quarter" idx="3"/>
          </p:nvPr>
        </p:nvSpPr>
        <p:spPr>
          <a:xfrm>
            <a:off x="6172201" y="8685213"/>
            <a:ext cx="684212" cy="457200"/>
          </a:xfrm>
          <a:prstGeom prst="rect">
            <a:avLst/>
          </a:prstGeom>
        </p:spPr>
        <p:txBody>
          <a:bodyPr vert="horz" lIns="91440" tIns="45720" rIns="91440" bIns="45720" rtlCol="0" anchor="b"/>
          <a:lstStyle>
            <a:lvl1pPr algn="r">
              <a:defRPr sz="1200"/>
            </a:lvl1pPr>
          </a:lstStyle>
          <a:p>
            <a:fld id="{8980CB99-47E3-46F4-AAEB-3919FBEFC014}" type="slidenum">
              <a:rPr lang="en-US" smtClean="0">
                <a:latin typeface="Segoe UI" pitchFamily="34" charset="0"/>
              </a:rPr>
              <a:pPr/>
              <a:t>‹#›</a:t>
            </a:fld>
            <a:endParaRPr lang="en-US">
              <a:latin typeface="Segoe UI" pitchFamily="34" charset="0"/>
            </a:endParaRPr>
          </a:p>
        </p:txBody>
      </p:sp>
    </p:spTree>
    <p:extLst>
      <p:ext uri="{BB962C8B-B14F-4D97-AF65-F5344CB8AC3E}">
        <p14:creationId xmlns:p14="http://schemas.microsoft.com/office/powerpoint/2010/main" val="2829016387"/>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a:t>Microsoft Services</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7C3FBCD4-166E-446F-AF18-7D4A0CF9AEF6}" type="datetimeFigureOut">
              <a:rPr lang="en-US" smtClean="0"/>
              <a:pPr/>
              <a:t>6/21/2022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6172200" cy="457200"/>
          </a:xfrm>
          <a:prstGeom prst="rect">
            <a:avLst/>
          </a:prstGeom>
        </p:spPr>
        <p:txBody>
          <a:bodyPr vert="horz" lIns="91440" tIns="45720" rIns="91440" bIns="45720" rtlCol="0" anchor="b"/>
          <a:lstStyle>
            <a:lvl1pPr algn="l">
              <a:defRPr sz="500">
                <a:latin typeface="Segoe" pitchFamily="34" charset="0"/>
              </a:defRPr>
            </a:lvl1pPr>
          </a:lstStyle>
          <a:p>
            <a:r>
              <a:rPr lang="en-US">
                <a:solidFill>
                  <a:srgbClr val="000000"/>
                </a:solidFill>
                <a:latin typeface="Segoe UI" pitchFamily="34" charset="0"/>
              </a:rPr>
              <a:t>© 2011 Microsoft Corporation. All rights reserved. Microsoft, Windows, Windows Vista and other product names are or may be registered trademarks and/or trademarks in the U.S. and/or other countries.</a:t>
            </a:r>
          </a:p>
          <a:p>
            <a:r>
              <a:rPr lang="en-US">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a:solidFill>
                  <a:srgbClr val="000000"/>
                </a:solidFill>
                <a:latin typeface="Segoe UI" pitchFamily="34" charset="0"/>
              </a:rPr>
            </a:br>
            <a:r>
              <a:rPr lang="en-US">
                <a:solidFill>
                  <a:srgbClr val="000000"/>
                </a:solidFill>
                <a:latin typeface="Segoe UI" pitchFamily="34" charset="0"/>
              </a:rPr>
              <a:t>MICROSOFT MAKES NO WARRANTIES, EXPRESS, IMPLIED OR STATUTORY, AS TO THE INFORMATION IN THIS PRESENTATION.</a:t>
            </a:r>
          </a:p>
        </p:txBody>
      </p:sp>
      <p:sp>
        <p:nvSpPr>
          <p:cNvPr id="7" name="Slide Number Placeholder 6"/>
          <p:cNvSpPr>
            <a:spLocks noGrp="1"/>
          </p:cNvSpPr>
          <p:nvPr>
            <p:ph type="sldNum" sz="quarter" idx="5"/>
          </p:nvPr>
        </p:nvSpPr>
        <p:spPr>
          <a:xfrm>
            <a:off x="6172199" y="8685213"/>
            <a:ext cx="684213" cy="457200"/>
          </a:xfrm>
          <a:prstGeom prst="rect">
            <a:avLst/>
          </a:prstGeom>
        </p:spPr>
        <p:txBody>
          <a:bodyPr vert="horz" lIns="91440" tIns="45720" rIns="91440" bIns="45720" rtlCol="0" anchor="b"/>
          <a:lstStyle>
            <a:lvl1pPr algn="r">
              <a:defRPr sz="1200">
                <a:latin typeface="Segoe UI" pitchFamily="34" charset="0"/>
              </a:defRPr>
            </a:lvl1pPr>
          </a:lstStyle>
          <a:p>
            <a:fld id="{8B263312-38AA-4E1E-B2B5-0F8F122B24FE}" type="slidenum">
              <a:rPr lang="en-US" smtClean="0"/>
              <a:pPr/>
              <a:t>‹#›</a:t>
            </a:fld>
            <a:endParaRPr lang="en-US"/>
          </a:p>
        </p:txBody>
      </p:sp>
    </p:spTree>
    <p:extLst>
      <p:ext uri="{BB962C8B-B14F-4D97-AF65-F5344CB8AC3E}">
        <p14:creationId xmlns:p14="http://schemas.microsoft.com/office/powerpoint/2010/main" val="3124071592"/>
      </p:ext>
    </p:extLst>
  </p:cSld>
  <p:clrMap bg1="lt1" tx1="dk1" bg2="lt2" tx2="dk2" accent1="accent1" accent2="accent2" accent3="accent3" accent4="accent4" accent5="accent5" accent6="accent6" hlink="hlink" folHlink="folHlink"/>
  <p:hf/>
  <p:notesStyle>
    <a:lvl1pPr marL="0" algn="l" defTabSz="914363" rtl="0" eaLnBrk="1" latinLnBrk="0" hangingPunct="1">
      <a:lnSpc>
        <a:spcPct val="90000"/>
      </a:lnSpc>
      <a:spcAft>
        <a:spcPts val="333"/>
      </a:spcAft>
      <a:defRPr sz="900" kern="1200">
        <a:solidFill>
          <a:schemeClr val="tx1"/>
        </a:solidFill>
        <a:latin typeface="Segoe UI" pitchFamily="34" charset="0"/>
        <a:ea typeface="+mn-ea"/>
        <a:cs typeface="+mn-cs"/>
      </a:defRPr>
    </a:lvl1pPr>
    <a:lvl2pPr marL="212981" indent="-105829"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2pPr>
    <a:lvl3pPr marL="328070"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3pPr>
    <a:lvl4pPr marL="482846" indent="-146838"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4pPr>
    <a:lvl5pPr marL="615132"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15" name="Title 1"/>
          <p:cNvSpPr>
            <a:spLocks noGrp="1"/>
          </p:cNvSpPr>
          <p:nvPr>
            <p:ph type="title"/>
          </p:nvPr>
        </p:nvSpPr>
        <p:spPr>
          <a:xfrm>
            <a:off x="0" y="920926"/>
            <a:ext cx="3657600" cy="1828800"/>
          </a:xfrm>
          <a:prstGeom prst="rect">
            <a:avLst/>
          </a:prstGeom>
          <a:noFill/>
        </p:spPr>
        <p:txBody>
          <a:bodyPr lIns="182880" tIns="91440" rIns="91440" bIns="91440">
            <a:normAutofit/>
          </a:bodyPr>
          <a:lstStyle>
            <a:lvl1pPr>
              <a:defRPr sz="3200" baseline="0">
                <a:solidFill>
                  <a:schemeClr val="bg1"/>
                </a:solidFill>
                <a:latin typeface="+mj-lt"/>
              </a:defRPr>
            </a:lvl1pPr>
          </a:lstStyle>
          <a:p>
            <a:pPr lvl="0"/>
            <a:endParaRPr lang="en-US"/>
          </a:p>
        </p:txBody>
      </p:sp>
      <p:sp>
        <p:nvSpPr>
          <p:cNvPr id="6" name="Text Placeholder 6"/>
          <p:cNvSpPr>
            <a:spLocks noGrp="1"/>
          </p:cNvSpPr>
          <p:nvPr>
            <p:ph type="body" sz="quarter" idx="10" hasCustomPrompt="1"/>
          </p:nvPr>
        </p:nvSpPr>
        <p:spPr>
          <a:xfrm>
            <a:off x="158795" y="2825398"/>
            <a:ext cx="2438400" cy="221599"/>
          </a:xfrm>
        </p:spPr>
        <p:txBody>
          <a:bodyPr/>
          <a:lstStyle>
            <a:lvl1pPr marL="27432" indent="0">
              <a:lnSpc>
                <a:spcPct val="90000"/>
              </a:lnSpc>
              <a:spcBef>
                <a:spcPts val="384"/>
              </a:spcBef>
              <a:buFontTx/>
              <a:buNone/>
              <a:defRPr sz="1600" baseline="0">
                <a:solidFill>
                  <a:schemeClr val="bg1"/>
                </a:solidFill>
                <a:latin typeface="+mj-lt"/>
              </a:defRPr>
            </a:lvl1pPr>
            <a:lvl2pPr marL="274320" indent="0">
              <a:buFontTx/>
              <a:buNone/>
              <a:defRPr/>
            </a:lvl2pPr>
            <a:lvl3pPr marL="548640" indent="0">
              <a:buFontTx/>
              <a:buNone/>
              <a:defRPr/>
            </a:lvl3pPr>
            <a:lvl4pPr marL="822960" indent="0">
              <a:buFontTx/>
              <a:buNone/>
              <a:defRPr/>
            </a:lvl4pPr>
            <a:lvl5pPr marL="1097280" indent="0">
              <a:buFontTx/>
              <a:buNone/>
              <a:defRPr/>
            </a:lvl5pPr>
          </a:lstStyle>
          <a:p>
            <a:pPr lvl="0"/>
            <a:r>
              <a:rPr lang="en-US"/>
              <a:t>Click to add name, title</a:t>
            </a:r>
          </a:p>
        </p:txBody>
      </p:sp>
      <p:sp>
        <p:nvSpPr>
          <p:cNvPr id="8" name="Text Placeholder 6"/>
          <p:cNvSpPr>
            <a:spLocks noGrp="1"/>
          </p:cNvSpPr>
          <p:nvPr>
            <p:ph type="body" sz="quarter" idx="11" hasCustomPrompt="1"/>
          </p:nvPr>
        </p:nvSpPr>
        <p:spPr>
          <a:xfrm>
            <a:off x="152400" y="2442640"/>
            <a:ext cx="2438400" cy="221599"/>
          </a:xfrm>
        </p:spPr>
        <p:txBody>
          <a:bodyPr/>
          <a:lstStyle>
            <a:lvl1pPr marL="27432" indent="0">
              <a:buFontTx/>
              <a:buNone/>
              <a:defRPr sz="1600" baseline="0">
                <a:solidFill>
                  <a:schemeClr val="bg1"/>
                </a:solidFill>
                <a:latin typeface="+mj-lt"/>
              </a:defRPr>
            </a:lvl1pPr>
            <a:lvl2pPr marL="274320" indent="0">
              <a:buFontTx/>
              <a:buNone/>
              <a:defRPr/>
            </a:lvl2pPr>
            <a:lvl3pPr marL="548640" indent="0">
              <a:buFontTx/>
              <a:buNone/>
              <a:defRPr/>
            </a:lvl3pPr>
            <a:lvl4pPr marL="822960" indent="0">
              <a:buFontTx/>
              <a:buNone/>
              <a:defRPr/>
            </a:lvl4pPr>
            <a:lvl5pPr marL="1097280" indent="0">
              <a:buFontTx/>
              <a:buNone/>
              <a:defRPr/>
            </a:lvl5pPr>
          </a:lstStyle>
          <a:p>
            <a:pPr lvl="0"/>
            <a:r>
              <a:rPr lang="en-US"/>
              <a:t>Click to add date</a:t>
            </a:r>
          </a:p>
        </p:txBody>
      </p:sp>
      <p:pic>
        <p:nvPicPr>
          <p:cNvPr id="7" name="Picture Placeholder 5" descr="MSFT_logo_rgb_C-Wht.png"/>
          <p:cNvPicPr>
            <a:picLocks noChangeAspect="1"/>
          </p:cNvPicPr>
          <p:nvPr userDrawn="1"/>
        </p:nvPicPr>
        <p:blipFill>
          <a:blip r:embed="rId2">
            <a:extLst>
              <a:ext uri="{28A0092B-C50C-407E-A947-70E740481C1C}">
                <a14:useLocalDpi xmlns:a14="http://schemas.microsoft.com/office/drawing/2010/main" val="0"/>
              </a:ext>
            </a:extLst>
          </a:blip>
          <a:srcRect t="160" b="160"/>
          <a:stretch>
            <a:fillRect/>
          </a:stretch>
        </p:blipFill>
        <p:spPr>
          <a:xfrm>
            <a:off x="0" y="0"/>
            <a:ext cx="1143000" cy="419862"/>
          </a:xfrm>
          <a:prstGeom prst="rect">
            <a:avLst/>
          </a:prstGeom>
        </p:spPr>
      </p:pic>
    </p:spTree>
    <p:extLst>
      <p:ext uri="{BB962C8B-B14F-4D97-AF65-F5344CB8AC3E}">
        <p14:creationId xmlns:p14="http://schemas.microsoft.com/office/powerpoint/2010/main" val="346038551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sp>
        <p:nvSpPr>
          <p:cNvPr id="15" name="Title 1"/>
          <p:cNvSpPr>
            <a:spLocks noGrp="1"/>
          </p:cNvSpPr>
          <p:nvPr>
            <p:ph type="title"/>
          </p:nvPr>
        </p:nvSpPr>
        <p:spPr>
          <a:xfrm>
            <a:off x="0" y="920926"/>
            <a:ext cx="3657600" cy="1828800"/>
          </a:xfrm>
          <a:prstGeom prst="rect">
            <a:avLst/>
          </a:prstGeom>
          <a:noFill/>
        </p:spPr>
        <p:txBody>
          <a:bodyPr lIns="182880" tIns="91440" rIns="91440" bIns="91440">
            <a:normAutofit/>
          </a:bodyPr>
          <a:lstStyle>
            <a:lvl1pPr>
              <a:defRPr lang="en-US" sz="3200" dirty="0" smtClean="0">
                <a:solidFill>
                  <a:schemeClr val="bg1"/>
                </a:solidFill>
              </a:defRPr>
            </a:lvl1pPr>
          </a:lstStyle>
          <a:p>
            <a:pPr lvl="0"/>
            <a:endParaRPr lang="en-US"/>
          </a:p>
        </p:txBody>
      </p:sp>
      <p:sp>
        <p:nvSpPr>
          <p:cNvPr id="6" name="Text Placeholder 6"/>
          <p:cNvSpPr>
            <a:spLocks noGrp="1"/>
          </p:cNvSpPr>
          <p:nvPr>
            <p:ph type="body" sz="quarter" idx="10" hasCustomPrompt="1"/>
          </p:nvPr>
        </p:nvSpPr>
        <p:spPr>
          <a:xfrm>
            <a:off x="158795" y="2825398"/>
            <a:ext cx="2438400" cy="221599"/>
          </a:xfrm>
        </p:spPr>
        <p:txBody>
          <a:bodyPr/>
          <a:lstStyle>
            <a:lvl1pPr marL="27432" indent="0">
              <a:lnSpc>
                <a:spcPct val="90000"/>
              </a:lnSpc>
              <a:spcBef>
                <a:spcPts val="384"/>
              </a:spcBef>
              <a:buFontTx/>
              <a:buNone/>
              <a:defRPr sz="1600" baseline="0">
                <a:solidFill>
                  <a:schemeClr val="bg1"/>
                </a:solidFill>
                <a:latin typeface="+mj-lt"/>
              </a:defRPr>
            </a:lvl1pPr>
            <a:lvl2pPr marL="274320" indent="0">
              <a:buFontTx/>
              <a:buNone/>
              <a:defRPr/>
            </a:lvl2pPr>
            <a:lvl3pPr marL="548640" indent="0">
              <a:buFontTx/>
              <a:buNone/>
              <a:defRPr/>
            </a:lvl3pPr>
            <a:lvl4pPr marL="822960" indent="0">
              <a:buFontTx/>
              <a:buNone/>
              <a:defRPr/>
            </a:lvl4pPr>
            <a:lvl5pPr marL="1097280" indent="0">
              <a:buFontTx/>
              <a:buNone/>
              <a:defRPr/>
            </a:lvl5pPr>
          </a:lstStyle>
          <a:p>
            <a:pPr lvl="0"/>
            <a:r>
              <a:rPr lang="en-US"/>
              <a:t>Click to add name, title</a:t>
            </a:r>
          </a:p>
        </p:txBody>
      </p:sp>
      <p:sp>
        <p:nvSpPr>
          <p:cNvPr id="8" name="Text Placeholder 6"/>
          <p:cNvSpPr>
            <a:spLocks noGrp="1"/>
          </p:cNvSpPr>
          <p:nvPr>
            <p:ph type="body" sz="quarter" idx="11" hasCustomPrompt="1"/>
          </p:nvPr>
        </p:nvSpPr>
        <p:spPr>
          <a:xfrm>
            <a:off x="152400" y="2442640"/>
            <a:ext cx="2438400" cy="221599"/>
          </a:xfrm>
        </p:spPr>
        <p:txBody>
          <a:bodyPr/>
          <a:lstStyle>
            <a:lvl1pPr marL="27432" indent="0">
              <a:buFontTx/>
              <a:buNone/>
              <a:defRPr sz="1600" baseline="0">
                <a:solidFill>
                  <a:schemeClr val="bg1"/>
                </a:solidFill>
                <a:latin typeface="+mj-lt"/>
              </a:defRPr>
            </a:lvl1pPr>
            <a:lvl2pPr marL="274320" indent="0">
              <a:buFontTx/>
              <a:buNone/>
              <a:defRPr/>
            </a:lvl2pPr>
            <a:lvl3pPr marL="548640" indent="0">
              <a:buFontTx/>
              <a:buNone/>
              <a:defRPr/>
            </a:lvl3pPr>
            <a:lvl4pPr marL="822960" indent="0">
              <a:buFontTx/>
              <a:buNone/>
              <a:defRPr/>
            </a:lvl4pPr>
            <a:lvl5pPr marL="1097280" indent="0">
              <a:buFontTx/>
              <a:buNone/>
              <a:defRPr/>
            </a:lvl5pPr>
          </a:lstStyle>
          <a:p>
            <a:pPr lvl="0"/>
            <a:r>
              <a:rPr lang="en-US"/>
              <a:t>Click to add date</a:t>
            </a:r>
          </a:p>
        </p:txBody>
      </p:sp>
      <p:pic>
        <p:nvPicPr>
          <p:cNvPr id="9" name="Picture 8"/>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795" y="112458"/>
            <a:ext cx="914400" cy="194945"/>
          </a:xfrm>
          <a:prstGeom prst="rect">
            <a:avLst/>
          </a:prstGeom>
          <a:noFill/>
        </p:spPr>
      </p:pic>
    </p:spTree>
    <p:extLst>
      <p:ext uri="{BB962C8B-B14F-4D97-AF65-F5344CB8AC3E}">
        <p14:creationId xmlns:p14="http://schemas.microsoft.com/office/powerpoint/2010/main" val="163788373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sp>
        <p:nvSpPr>
          <p:cNvPr id="12" name="Text Placeholder 11"/>
          <p:cNvSpPr>
            <a:spLocks noGrp="1"/>
          </p:cNvSpPr>
          <p:nvPr>
            <p:ph type="body" sz="quarter" idx="12" hasCustomPrompt="1"/>
          </p:nvPr>
        </p:nvSpPr>
        <p:spPr>
          <a:xfrm>
            <a:off x="1828800" y="914400"/>
            <a:ext cx="3657600" cy="3656836"/>
          </a:xfrm>
          <a:solidFill>
            <a:srgbClr val="1A3762"/>
          </a:solidFill>
        </p:spPr>
        <p:txBody>
          <a:bodyPr lIns="182880" tIns="91440" rIns="91440" bIns="91440">
            <a:noAutofit/>
          </a:bodyPr>
          <a:lstStyle>
            <a:lvl1pPr marL="228600" indent="-228600">
              <a:lnSpc>
                <a:spcPct val="100000"/>
              </a:lnSpc>
              <a:buFont typeface="Arial" pitchFamily="34" charset="0"/>
              <a:buChar char="•"/>
              <a:defRPr sz="2000">
                <a:solidFill>
                  <a:schemeClr val="bg1"/>
                </a:solidFill>
              </a:defRPr>
            </a:lvl1pPr>
            <a:lvl2pPr marL="685800" indent="-228600">
              <a:lnSpc>
                <a:spcPct val="100000"/>
              </a:lnSpc>
              <a:buFont typeface="Arial" pitchFamily="34" charset="0"/>
              <a:buChar char="•"/>
              <a:defRPr sz="2000">
                <a:solidFill>
                  <a:schemeClr val="bg1"/>
                </a:solidFill>
              </a:defRPr>
            </a:lvl2pPr>
            <a:lvl3pPr marL="1028700" indent="-228600">
              <a:lnSpc>
                <a:spcPct val="100000"/>
              </a:lnSpc>
              <a:buFont typeface="Arial" pitchFamily="34" charset="0"/>
              <a:buChar char="•"/>
              <a:defRPr sz="2000">
                <a:solidFill>
                  <a:schemeClr val="bg1"/>
                </a:solidFill>
              </a:defRPr>
            </a:lvl3pPr>
            <a:lvl4pPr marL="1371600" indent="-228600">
              <a:lnSpc>
                <a:spcPct val="100000"/>
              </a:lnSpc>
              <a:buFont typeface="Arial" pitchFamily="34" charset="0"/>
              <a:buChar char="•"/>
              <a:defRPr sz="2000">
                <a:solidFill>
                  <a:schemeClr val="bg1"/>
                </a:solidFill>
              </a:defRPr>
            </a:lvl4pPr>
            <a:lvl5pPr marL="1714500" indent="-228600">
              <a:lnSpc>
                <a:spcPct val="100000"/>
              </a:lnSpc>
              <a:buFont typeface="Arial" pitchFamily="34" charset="0"/>
              <a:buChar char="•"/>
              <a:defRPr sz="2000">
                <a:solidFill>
                  <a:schemeClr val="bg1"/>
                </a:solidFill>
              </a:defRPr>
            </a:lvl5pPr>
          </a:lstStyle>
          <a:p>
            <a:pPr lvl="0"/>
            <a:r>
              <a:rPr lang="en-US"/>
              <a:t>Click to edit slide content</a:t>
            </a:r>
          </a:p>
          <a:p>
            <a:pPr lvl="1"/>
            <a:r>
              <a:rPr lang="en-US"/>
              <a:t>Second level</a:t>
            </a:r>
          </a:p>
          <a:p>
            <a:pPr lvl="2"/>
            <a:r>
              <a:rPr lang="en-US"/>
              <a:t>Third level</a:t>
            </a:r>
          </a:p>
          <a:p>
            <a:pPr lvl="3"/>
            <a:r>
              <a:rPr lang="en-US"/>
              <a:t>Fourth level</a:t>
            </a:r>
          </a:p>
          <a:p>
            <a:pPr lvl="4"/>
            <a:r>
              <a:rPr lang="en-US"/>
              <a:t>Fifth level</a:t>
            </a:r>
          </a:p>
        </p:txBody>
      </p:sp>
      <p:sp>
        <p:nvSpPr>
          <p:cNvPr id="15" name="Title 1"/>
          <p:cNvSpPr>
            <a:spLocks noGrp="1"/>
          </p:cNvSpPr>
          <p:nvPr>
            <p:ph type="title" hasCustomPrompt="1"/>
          </p:nvPr>
        </p:nvSpPr>
        <p:spPr>
          <a:xfrm>
            <a:off x="0" y="914400"/>
            <a:ext cx="1828800" cy="1828800"/>
          </a:xfrm>
          <a:prstGeom prst="rect">
            <a:avLst/>
          </a:prstGeom>
          <a:solidFill>
            <a:srgbClr val="0A5BBA">
              <a:alpha val="89804"/>
            </a:srgbClr>
          </a:solidFill>
        </p:spPr>
        <p:txBody>
          <a:bodyPr lIns="182880" tIns="91440" rIns="91440" bIns="91440">
            <a:normAutofit/>
          </a:bodyPr>
          <a:lstStyle>
            <a:lvl1pPr>
              <a:defRPr sz="2000" baseline="0">
                <a:solidFill>
                  <a:schemeClr val="bg1"/>
                </a:solidFill>
                <a:latin typeface="+mn-lt"/>
              </a:defRPr>
            </a:lvl1pPr>
          </a:lstStyle>
          <a:p>
            <a:pPr lvl="0"/>
            <a:r>
              <a:rPr lang="en-US"/>
              <a:t>Agenda</a:t>
            </a:r>
          </a:p>
        </p:txBody>
      </p:sp>
    </p:spTree>
    <p:extLst>
      <p:ext uri="{BB962C8B-B14F-4D97-AF65-F5344CB8AC3E}">
        <p14:creationId xmlns:p14="http://schemas.microsoft.com/office/powerpoint/2010/main" val="2128995681"/>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Slide 2">
    <p:spTree>
      <p:nvGrpSpPr>
        <p:cNvPr id="1" name=""/>
        <p:cNvGrpSpPr/>
        <p:nvPr/>
      </p:nvGrpSpPr>
      <p:grpSpPr>
        <a:xfrm>
          <a:off x="0" y="0"/>
          <a:ext cx="0" cy="0"/>
          <a:chOff x="0" y="0"/>
          <a:chExt cx="0" cy="0"/>
        </a:xfrm>
      </p:grpSpPr>
      <p:sp>
        <p:nvSpPr>
          <p:cNvPr id="12" name="Text Placeholder 11"/>
          <p:cNvSpPr>
            <a:spLocks noGrp="1"/>
          </p:cNvSpPr>
          <p:nvPr>
            <p:ph type="body" sz="quarter" idx="12" hasCustomPrompt="1"/>
          </p:nvPr>
        </p:nvSpPr>
        <p:spPr>
          <a:xfrm>
            <a:off x="1828800" y="914400"/>
            <a:ext cx="3657600" cy="3656836"/>
          </a:xfrm>
          <a:solidFill>
            <a:srgbClr val="15AEEF">
              <a:alpha val="89804"/>
            </a:srgbClr>
          </a:solidFill>
        </p:spPr>
        <p:txBody>
          <a:bodyPr lIns="182880" tIns="91440" rIns="91440" bIns="91440">
            <a:noAutofit/>
          </a:bodyPr>
          <a:lstStyle>
            <a:lvl1pPr marL="228600" indent="-228600">
              <a:lnSpc>
                <a:spcPct val="100000"/>
              </a:lnSpc>
              <a:buFont typeface="Arial" pitchFamily="34" charset="0"/>
              <a:buChar char="•"/>
              <a:defRPr sz="2000">
                <a:solidFill>
                  <a:schemeClr val="bg1"/>
                </a:solidFill>
              </a:defRPr>
            </a:lvl1pPr>
            <a:lvl2pPr marL="685800" indent="-228600">
              <a:lnSpc>
                <a:spcPct val="120000"/>
              </a:lnSpc>
              <a:buFont typeface="Arial" pitchFamily="34" charset="0"/>
              <a:buChar char="•"/>
              <a:defRPr sz="2000">
                <a:solidFill>
                  <a:schemeClr val="bg1"/>
                </a:solidFill>
              </a:defRPr>
            </a:lvl2pPr>
            <a:lvl3pPr marL="1028700" indent="-228600">
              <a:lnSpc>
                <a:spcPct val="120000"/>
              </a:lnSpc>
              <a:buFont typeface="Arial" pitchFamily="34" charset="0"/>
              <a:buChar char="•"/>
              <a:defRPr sz="2000">
                <a:solidFill>
                  <a:schemeClr val="bg1"/>
                </a:solidFill>
              </a:defRPr>
            </a:lvl3pPr>
            <a:lvl4pPr marL="1371600" indent="-228600">
              <a:lnSpc>
                <a:spcPct val="120000"/>
              </a:lnSpc>
              <a:buFont typeface="Arial" pitchFamily="34" charset="0"/>
              <a:buChar char="•"/>
              <a:defRPr sz="2000">
                <a:solidFill>
                  <a:schemeClr val="bg1"/>
                </a:solidFill>
              </a:defRPr>
            </a:lvl4pPr>
            <a:lvl5pPr marL="1714500" indent="-228600">
              <a:lnSpc>
                <a:spcPct val="120000"/>
              </a:lnSpc>
              <a:buFont typeface="Arial" pitchFamily="34" charset="0"/>
              <a:buChar char="•"/>
              <a:defRPr sz="2000">
                <a:solidFill>
                  <a:schemeClr val="bg1"/>
                </a:solidFill>
              </a:defRPr>
            </a:lvl5pPr>
          </a:lstStyle>
          <a:p>
            <a:pPr lvl="0"/>
            <a:r>
              <a:rPr lang="en-US"/>
              <a:t>Click to edit slide content</a:t>
            </a:r>
          </a:p>
          <a:p>
            <a:pPr lvl="1"/>
            <a:r>
              <a:rPr lang="en-US"/>
              <a:t>Second level</a:t>
            </a:r>
          </a:p>
          <a:p>
            <a:pPr lvl="2"/>
            <a:r>
              <a:rPr lang="en-US"/>
              <a:t>Third level</a:t>
            </a:r>
          </a:p>
          <a:p>
            <a:pPr lvl="3"/>
            <a:r>
              <a:rPr lang="en-US"/>
              <a:t>Fourth level</a:t>
            </a:r>
          </a:p>
          <a:p>
            <a:pPr lvl="4"/>
            <a:r>
              <a:rPr lang="en-US"/>
              <a:t>Fifth level</a:t>
            </a:r>
          </a:p>
        </p:txBody>
      </p:sp>
      <p:sp>
        <p:nvSpPr>
          <p:cNvPr id="15" name="Title 1"/>
          <p:cNvSpPr>
            <a:spLocks noGrp="1"/>
          </p:cNvSpPr>
          <p:nvPr>
            <p:ph type="title" hasCustomPrompt="1"/>
          </p:nvPr>
        </p:nvSpPr>
        <p:spPr>
          <a:xfrm>
            <a:off x="0" y="914400"/>
            <a:ext cx="1828800" cy="1828800"/>
          </a:xfrm>
          <a:prstGeom prst="rect">
            <a:avLst/>
          </a:prstGeom>
          <a:solidFill>
            <a:srgbClr val="0A5BBA">
              <a:alpha val="89804"/>
            </a:srgbClr>
          </a:solidFill>
        </p:spPr>
        <p:txBody>
          <a:bodyPr lIns="182880" tIns="91440" rIns="91440" bIns="91440">
            <a:normAutofit/>
          </a:bodyPr>
          <a:lstStyle>
            <a:lvl1pPr>
              <a:defRPr sz="2000" baseline="0">
                <a:solidFill>
                  <a:schemeClr val="bg1"/>
                </a:solidFill>
                <a:latin typeface="+mj-lt"/>
              </a:defRPr>
            </a:lvl1pPr>
          </a:lstStyle>
          <a:p>
            <a:pPr lvl="0"/>
            <a:r>
              <a:rPr lang="en-US"/>
              <a:t>Agenda</a:t>
            </a:r>
          </a:p>
        </p:txBody>
      </p:sp>
    </p:spTree>
    <p:extLst>
      <p:ext uri="{BB962C8B-B14F-4D97-AF65-F5344CB8AC3E}">
        <p14:creationId xmlns:p14="http://schemas.microsoft.com/office/powerpoint/2010/main" val="54952378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uidance Text Slide">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914400"/>
            <a:ext cx="6858000" cy="3657600"/>
          </a:xfrm>
          <a:solidFill>
            <a:srgbClr val="EAEAEA"/>
          </a:solidFill>
        </p:spPr>
        <p:txBody>
          <a:bodyPr lIns="182880" tIns="91440" rIns="91440" bIns="91440">
            <a:normAutofit/>
          </a:bodyPr>
          <a:lstStyle>
            <a:lvl1pPr marL="228600" indent="-228600">
              <a:lnSpc>
                <a:spcPct val="100000"/>
              </a:lnSpc>
              <a:buFont typeface="Arial" pitchFamily="34" charset="0"/>
              <a:buChar char="•"/>
              <a:defRPr>
                <a:solidFill>
                  <a:srgbClr val="FF0066"/>
                </a:solidFill>
              </a:defRPr>
            </a:lvl1pPr>
            <a:lvl2pPr marL="457200" indent="-228600">
              <a:lnSpc>
                <a:spcPct val="100000"/>
              </a:lnSpc>
              <a:buFont typeface="Arial" pitchFamily="34" charset="0"/>
              <a:buChar char="•"/>
              <a:defRPr>
                <a:solidFill>
                  <a:srgbClr val="FF0066"/>
                </a:solidFill>
              </a:defRPr>
            </a:lvl2pPr>
            <a:lvl3pPr marL="685800" indent="-228600">
              <a:lnSpc>
                <a:spcPct val="100000"/>
              </a:lnSpc>
              <a:buFont typeface="Arial" pitchFamily="34" charset="0"/>
              <a:buChar char="•"/>
              <a:defRPr>
                <a:solidFill>
                  <a:srgbClr val="FF0066"/>
                </a:solidFill>
              </a:defRPr>
            </a:lvl3pPr>
            <a:lvl4pPr marL="914400" indent="-228600">
              <a:lnSpc>
                <a:spcPct val="100000"/>
              </a:lnSpc>
              <a:buFont typeface="Arial" pitchFamily="34" charset="0"/>
              <a:buChar char="•"/>
              <a:defRPr>
                <a:solidFill>
                  <a:srgbClr val="FF0066"/>
                </a:solidFill>
              </a:defRPr>
            </a:lvl4pPr>
            <a:lvl5pPr marL="1143000" indent="-228600">
              <a:lnSpc>
                <a:spcPct val="100000"/>
              </a:lnSpc>
              <a:buFont typeface="Arial" pitchFamily="34" charset="0"/>
              <a:buChar char="•"/>
              <a:defRPr>
                <a:solidFill>
                  <a:srgbClr val="FF0066"/>
                </a:solidFill>
              </a:defRPr>
            </a:lvl5pPr>
            <a:lvl6pPr>
              <a:lnSpc>
                <a:spcPct val="100000"/>
              </a:lnSpc>
              <a:defRPr>
                <a:solidFill>
                  <a:srgbClr val="FF0066"/>
                </a:solidFill>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9" name="Title 1"/>
          <p:cNvSpPr>
            <a:spLocks noGrp="1"/>
          </p:cNvSpPr>
          <p:nvPr>
            <p:ph type="title"/>
          </p:nvPr>
        </p:nvSpPr>
        <p:spPr>
          <a:xfrm>
            <a:off x="0" y="914400"/>
            <a:ext cx="1828800" cy="1828800"/>
          </a:xfrm>
          <a:prstGeom prst="rect">
            <a:avLst/>
          </a:prstGeom>
          <a:solidFill>
            <a:schemeClr val="bg2">
              <a:lumMod val="90000"/>
              <a:alpha val="89804"/>
            </a:schemeClr>
          </a:solidFill>
        </p:spPr>
        <p:txBody>
          <a:bodyPr lIns="182880" tIns="91440" rIns="91440" bIns="91440">
            <a:normAutofit/>
          </a:bodyPr>
          <a:lstStyle>
            <a:lvl1pPr>
              <a:defRPr sz="2000" baseline="0">
                <a:solidFill>
                  <a:srgbClr val="FF0066"/>
                </a:solidFill>
                <a:latin typeface="+mn-lt"/>
              </a:defRPr>
            </a:lvl1pPr>
          </a:lstStyle>
          <a:p>
            <a:pPr lvl="0"/>
            <a:endParaRPr lang="en-US"/>
          </a:p>
        </p:txBody>
      </p:sp>
    </p:spTree>
    <p:extLst>
      <p:ext uri="{BB962C8B-B14F-4D97-AF65-F5344CB8AC3E}">
        <p14:creationId xmlns:p14="http://schemas.microsoft.com/office/powerpoint/2010/main" val="4221516758"/>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9" name="Title 1"/>
          <p:cNvSpPr>
            <a:spLocks noGrp="1"/>
          </p:cNvSpPr>
          <p:nvPr>
            <p:ph type="title"/>
          </p:nvPr>
        </p:nvSpPr>
        <p:spPr>
          <a:xfrm>
            <a:off x="0" y="914400"/>
            <a:ext cx="1828800" cy="1828800"/>
          </a:xfrm>
          <a:prstGeom prst="rect">
            <a:avLst/>
          </a:prstGeom>
          <a:solidFill>
            <a:srgbClr val="0A5BBA">
              <a:alpha val="89804"/>
            </a:srgbClr>
          </a:solidFill>
        </p:spPr>
        <p:txBody>
          <a:bodyPr lIns="182880" tIns="91440" rIns="91440" bIns="91440">
            <a:normAutofit/>
          </a:bodyPr>
          <a:lstStyle>
            <a:lvl1pPr>
              <a:defRPr sz="2000" baseline="0">
                <a:solidFill>
                  <a:schemeClr val="bg1"/>
                </a:solidFill>
                <a:latin typeface="+mn-lt"/>
              </a:defRPr>
            </a:lvl1pPr>
          </a:lstStyle>
          <a:p>
            <a:pPr lvl="0"/>
            <a:endParaRPr lang="en-US"/>
          </a:p>
        </p:txBody>
      </p:sp>
      <p:sp>
        <p:nvSpPr>
          <p:cNvPr id="4" name="Slide Number Placeholder 2"/>
          <p:cNvSpPr>
            <a:spLocks noGrp="1"/>
          </p:cNvSpPr>
          <p:nvPr>
            <p:ph type="sldNum" sz="quarter" idx="11"/>
          </p:nvPr>
        </p:nvSpPr>
        <p:spPr>
          <a:xfrm>
            <a:off x="6781800" y="4767263"/>
            <a:ext cx="2133600" cy="273844"/>
          </a:xfrm>
        </p:spPr>
        <p:txBody>
          <a:bodyPr/>
          <a:lstStyle>
            <a:lvl1pPr>
              <a:defRPr sz="800">
                <a:solidFill>
                  <a:schemeClr val="tx1"/>
                </a:solidFill>
              </a:defRPr>
            </a:lvl1pPr>
          </a:lstStyle>
          <a:p>
            <a:fld id="{74A398B2-5A34-1A4A-811E-F4027282568C}" type="slidenum">
              <a:rPr lang="en-US" smtClean="0"/>
              <a:pPr/>
              <a:t>‹#›</a:t>
            </a:fld>
            <a:endParaRPr lang="en-US"/>
          </a:p>
        </p:txBody>
      </p:sp>
      <p:sp>
        <p:nvSpPr>
          <p:cNvPr id="5" name="Content Placeholder 2"/>
          <p:cNvSpPr>
            <a:spLocks noGrp="1"/>
          </p:cNvSpPr>
          <p:nvPr>
            <p:ph idx="1"/>
          </p:nvPr>
        </p:nvSpPr>
        <p:spPr>
          <a:xfrm>
            <a:off x="1828800" y="914400"/>
            <a:ext cx="6858000" cy="3657600"/>
          </a:xfrm>
          <a:noFill/>
        </p:spPr>
        <p:txBody>
          <a:bodyPr lIns="182880" tIns="91440" rIns="91440" bIns="91440">
            <a:normAutofit/>
          </a:bodyPr>
          <a:lstStyle>
            <a:lvl1pPr marL="228600" indent="-228600">
              <a:lnSpc>
                <a:spcPct val="100000"/>
              </a:lnSpc>
              <a:buFont typeface="Arial" pitchFamily="34" charset="0"/>
              <a:buChar char="•"/>
              <a:defRPr/>
            </a:lvl1pPr>
            <a:lvl2pPr marL="457200" indent="-225425">
              <a:lnSpc>
                <a:spcPct val="100000"/>
              </a:lnSpc>
              <a:buFont typeface="Arial" pitchFamily="34" charset="0"/>
              <a:buChar char="•"/>
              <a:defRPr/>
            </a:lvl2pPr>
            <a:lvl3pPr marL="685800" indent="-228600">
              <a:lnSpc>
                <a:spcPct val="100000"/>
              </a:lnSpc>
              <a:buFont typeface="Arial" pitchFamily="34" charset="0"/>
              <a:buChar char="•"/>
              <a:defRPr/>
            </a:lvl3pPr>
            <a:lvl4pPr marL="914400" indent="-228600">
              <a:lnSpc>
                <a:spcPct val="100000"/>
              </a:lnSpc>
              <a:buFont typeface="Arial" pitchFamily="34" charset="0"/>
              <a:buChar char="•"/>
              <a:defRPr/>
            </a:lvl4pPr>
            <a:lvl5pPr marL="1143000" indent="-228600">
              <a:lnSpc>
                <a:spcPct val="100000"/>
              </a:lnSpc>
              <a:buFont typeface="Arial" pitchFamily="34" charset="0"/>
              <a:buChar char="•"/>
              <a:defRPr/>
            </a:lvl5pPr>
            <a:lvl6pPr>
              <a:lnSpc>
                <a:spcPct val="100000"/>
              </a:lnSpc>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279862039"/>
      </p:ext>
    </p:extLst>
  </p:cSld>
  <p:clrMapOvr>
    <a:masterClrMapping/>
  </p:clrMapOvr>
  <p:transition>
    <p:fade/>
  </p:transition>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9" name="Title 1"/>
          <p:cNvSpPr>
            <a:spLocks noGrp="1"/>
          </p:cNvSpPr>
          <p:nvPr>
            <p:ph type="title"/>
          </p:nvPr>
        </p:nvSpPr>
        <p:spPr>
          <a:xfrm>
            <a:off x="0" y="0"/>
            <a:ext cx="9144000" cy="914400"/>
          </a:xfrm>
          <a:prstGeom prst="rect">
            <a:avLst/>
          </a:prstGeom>
          <a:solidFill>
            <a:srgbClr val="0A5BBA">
              <a:alpha val="89804"/>
            </a:srgbClr>
          </a:solidFill>
        </p:spPr>
        <p:txBody>
          <a:bodyPr lIns="182880" tIns="91440" rIns="91440" bIns="91440" anchor="ctr">
            <a:normAutofit/>
          </a:bodyPr>
          <a:lstStyle>
            <a:lvl1pPr>
              <a:defRPr sz="2400" baseline="0">
                <a:solidFill>
                  <a:schemeClr val="bg1"/>
                </a:solidFill>
                <a:latin typeface="+mn-lt"/>
              </a:defRPr>
            </a:lvl1pPr>
          </a:lstStyle>
          <a:p>
            <a:pPr lvl="0"/>
            <a:endParaRPr lang="en-US"/>
          </a:p>
        </p:txBody>
      </p:sp>
      <p:sp>
        <p:nvSpPr>
          <p:cNvPr id="4" name="Slide Number Placeholder 2"/>
          <p:cNvSpPr>
            <a:spLocks noGrp="1"/>
          </p:cNvSpPr>
          <p:nvPr>
            <p:ph type="sldNum" sz="quarter" idx="11"/>
          </p:nvPr>
        </p:nvSpPr>
        <p:spPr>
          <a:xfrm>
            <a:off x="6781800" y="4767263"/>
            <a:ext cx="2133600" cy="273844"/>
          </a:xfrm>
        </p:spPr>
        <p:txBody>
          <a:bodyPr/>
          <a:lstStyle>
            <a:lvl1pPr>
              <a:defRPr sz="800">
                <a:solidFill>
                  <a:schemeClr val="tx1"/>
                </a:solidFill>
              </a:defRPr>
            </a:lvl1pPr>
          </a:lstStyle>
          <a:p>
            <a:fld id="{74A398B2-5A34-1A4A-811E-F4027282568C}" type="slidenum">
              <a:rPr lang="en-US" smtClean="0"/>
              <a:pPr/>
              <a:t>‹#›</a:t>
            </a:fld>
            <a:endParaRPr lang="en-US"/>
          </a:p>
        </p:txBody>
      </p:sp>
      <p:sp>
        <p:nvSpPr>
          <p:cNvPr id="5" name="Content Placeholder 2"/>
          <p:cNvSpPr>
            <a:spLocks noGrp="1"/>
          </p:cNvSpPr>
          <p:nvPr>
            <p:ph idx="1"/>
          </p:nvPr>
        </p:nvSpPr>
        <p:spPr>
          <a:xfrm>
            <a:off x="457200" y="914400"/>
            <a:ext cx="8229600" cy="3657600"/>
          </a:xfrm>
          <a:noFill/>
        </p:spPr>
        <p:txBody>
          <a:bodyPr lIns="182880" tIns="91440" rIns="91440" bIns="91440">
            <a:normAutofit/>
          </a:bodyPr>
          <a:lstStyle>
            <a:lvl1pPr marL="228600" indent="-228600">
              <a:lnSpc>
                <a:spcPct val="100000"/>
              </a:lnSpc>
              <a:buFont typeface="Arial" pitchFamily="34" charset="0"/>
              <a:buChar char="•"/>
              <a:defRPr/>
            </a:lvl1pPr>
            <a:lvl2pPr marL="457200" indent="-225425">
              <a:lnSpc>
                <a:spcPct val="100000"/>
              </a:lnSpc>
              <a:buFont typeface="Arial" pitchFamily="34" charset="0"/>
              <a:buChar char="•"/>
              <a:defRPr/>
            </a:lvl2pPr>
            <a:lvl3pPr marL="685800" indent="-228600">
              <a:lnSpc>
                <a:spcPct val="100000"/>
              </a:lnSpc>
              <a:buFont typeface="Arial" pitchFamily="34" charset="0"/>
              <a:buChar char="•"/>
              <a:defRPr/>
            </a:lvl3pPr>
            <a:lvl4pPr marL="914400" indent="-228600">
              <a:lnSpc>
                <a:spcPct val="100000"/>
              </a:lnSpc>
              <a:buFont typeface="Arial" pitchFamily="34" charset="0"/>
              <a:buChar char="•"/>
              <a:defRPr/>
            </a:lvl4pPr>
            <a:lvl5pPr marL="1143000" indent="-228600">
              <a:lnSpc>
                <a:spcPct val="100000"/>
              </a:lnSpc>
              <a:buFont typeface="Arial" pitchFamily="34" charset="0"/>
              <a:buChar char="•"/>
              <a:defRPr/>
            </a:lvl5pPr>
            <a:lvl6pPr>
              <a:lnSpc>
                <a:spcPct val="100000"/>
              </a:lnSpc>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2423817407"/>
      </p:ext>
    </p:extLst>
  </p:cSld>
  <p:clrMapOvr>
    <a:masterClrMapping/>
  </p:clrMapOvr>
  <p:transition>
    <p:fade/>
  </p:transition>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9" name="Title 1"/>
          <p:cNvSpPr>
            <a:spLocks noGrp="1"/>
          </p:cNvSpPr>
          <p:nvPr>
            <p:ph type="title"/>
          </p:nvPr>
        </p:nvSpPr>
        <p:spPr>
          <a:xfrm>
            <a:off x="0" y="914400"/>
            <a:ext cx="1828800" cy="1828800"/>
          </a:xfrm>
          <a:prstGeom prst="rect">
            <a:avLst/>
          </a:prstGeom>
          <a:solidFill>
            <a:srgbClr val="0A5BBA">
              <a:alpha val="89804"/>
            </a:srgbClr>
          </a:solidFill>
        </p:spPr>
        <p:txBody>
          <a:bodyPr lIns="182880" tIns="91440" rIns="91440" bIns="91440">
            <a:normAutofit/>
          </a:bodyPr>
          <a:lstStyle>
            <a:lvl1pPr>
              <a:defRPr sz="2000" baseline="0">
                <a:solidFill>
                  <a:schemeClr val="bg1"/>
                </a:solidFill>
                <a:latin typeface="+mn-lt"/>
              </a:defRPr>
            </a:lvl1pPr>
          </a:lstStyle>
          <a:p>
            <a:pPr lvl="0"/>
            <a:endParaRPr lang="en-US"/>
          </a:p>
        </p:txBody>
      </p:sp>
      <p:sp>
        <p:nvSpPr>
          <p:cNvPr id="4" name="Slide Number Placeholder 2"/>
          <p:cNvSpPr>
            <a:spLocks noGrp="1"/>
          </p:cNvSpPr>
          <p:nvPr>
            <p:ph type="sldNum" sz="quarter" idx="11"/>
          </p:nvPr>
        </p:nvSpPr>
        <p:spPr>
          <a:xfrm>
            <a:off x="6781800" y="4767263"/>
            <a:ext cx="2133600" cy="273844"/>
          </a:xfrm>
        </p:spPr>
        <p:txBody>
          <a:bodyPr/>
          <a:lstStyle>
            <a:lvl1pPr>
              <a:defRPr sz="800">
                <a:solidFill>
                  <a:schemeClr val="bg1"/>
                </a:solidFill>
              </a:defRPr>
            </a:lvl1pPr>
          </a:lstStyle>
          <a:p>
            <a:fld id="{74A398B2-5A34-1A4A-811E-F4027282568C}" type="slidenum">
              <a:rPr lang="en-US" smtClean="0"/>
              <a:pPr/>
              <a:t>‹#›</a:t>
            </a:fld>
            <a:endParaRPr lang="en-US"/>
          </a:p>
        </p:txBody>
      </p:sp>
      <p:sp>
        <p:nvSpPr>
          <p:cNvPr id="5" name="Content Placeholder 2"/>
          <p:cNvSpPr>
            <a:spLocks noGrp="1"/>
          </p:cNvSpPr>
          <p:nvPr>
            <p:ph idx="1"/>
          </p:nvPr>
        </p:nvSpPr>
        <p:spPr>
          <a:xfrm>
            <a:off x="1828800" y="914400"/>
            <a:ext cx="6858000" cy="3657600"/>
          </a:xfrm>
          <a:solidFill>
            <a:srgbClr val="15AEEF">
              <a:alpha val="89804"/>
            </a:srgbClr>
          </a:solidFill>
        </p:spPr>
        <p:txBody>
          <a:bodyPr lIns="182880" tIns="91440" rIns="91440" bIns="91440">
            <a:normAutofit/>
          </a:bodyPr>
          <a:lstStyle>
            <a:lvl1pPr marL="228600" indent="-228600">
              <a:lnSpc>
                <a:spcPct val="100000"/>
              </a:lnSpc>
              <a:buFont typeface="Arial" pitchFamily="34" charset="0"/>
              <a:buChar char="•"/>
              <a:defRPr/>
            </a:lvl1pPr>
            <a:lvl2pPr marL="457200" indent="-225425">
              <a:lnSpc>
                <a:spcPct val="100000"/>
              </a:lnSpc>
              <a:buFont typeface="Arial" pitchFamily="34" charset="0"/>
              <a:buChar char="•"/>
              <a:defRPr/>
            </a:lvl2pPr>
            <a:lvl3pPr marL="685800" indent="-230188">
              <a:lnSpc>
                <a:spcPct val="100000"/>
              </a:lnSpc>
              <a:buFont typeface="Arial" pitchFamily="34" charset="0"/>
              <a:buChar char="•"/>
              <a:defRPr/>
            </a:lvl3pPr>
            <a:lvl4pPr marL="914400" indent="-228600">
              <a:lnSpc>
                <a:spcPct val="100000"/>
              </a:lnSpc>
              <a:buFont typeface="Arial" pitchFamily="34" charset="0"/>
              <a:buChar char="•"/>
              <a:defRPr/>
            </a:lvl4pPr>
            <a:lvl5pPr marL="1143000" indent="-228600">
              <a:lnSpc>
                <a:spcPct val="100000"/>
              </a:lnSpc>
              <a:buFont typeface="Arial" pitchFamily="34" charset="0"/>
              <a:buChar char="•"/>
              <a:defRPr/>
            </a:lvl5pPr>
            <a:lvl6pPr>
              <a:lnSpc>
                <a:spcPct val="100000"/>
              </a:lnSpc>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1459858"/>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6">
    <p:spTree>
      <p:nvGrpSpPr>
        <p:cNvPr id="1" name=""/>
        <p:cNvGrpSpPr/>
        <p:nvPr/>
      </p:nvGrpSpPr>
      <p:grpSpPr>
        <a:xfrm>
          <a:off x="0" y="0"/>
          <a:ext cx="0" cy="0"/>
          <a:chOff x="0" y="0"/>
          <a:chExt cx="0" cy="0"/>
        </a:xfrm>
      </p:grpSpPr>
      <p:sp>
        <p:nvSpPr>
          <p:cNvPr id="9" name="Title 1"/>
          <p:cNvSpPr>
            <a:spLocks noGrp="1"/>
          </p:cNvSpPr>
          <p:nvPr>
            <p:ph type="title"/>
          </p:nvPr>
        </p:nvSpPr>
        <p:spPr>
          <a:xfrm>
            <a:off x="-6927" y="914400"/>
            <a:ext cx="1828800" cy="1828800"/>
          </a:xfrm>
          <a:prstGeom prst="rect">
            <a:avLst/>
          </a:prstGeom>
          <a:solidFill>
            <a:srgbClr val="0A5BBA">
              <a:alpha val="89804"/>
            </a:srgbClr>
          </a:solidFill>
        </p:spPr>
        <p:txBody>
          <a:bodyPr lIns="182880" tIns="91440" rIns="91440" bIns="91440">
            <a:normAutofit/>
          </a:bodyPr>
          <a:lstStyle>
            <a:lvl1pPr>
              <a:defRPr sz="2000" baseline="0">
                <a:solidFill>
                  <a:schemeClr val="bg1"/>
                </a:solidFill>
                <a:latin typeface="+mn-lt"/>
              </a:defRPr>
            </a:lvl1pPr>
          </a:lstStyle>
          <a:p>
            <a:pPr lvl="0"/>
            <a:endParaRPr lang="en-US"/>
          </a:p>
        </p:txBody>
      </p:sp>
      <p:sp>
        <p:nvSpPr>
          <p:cNvPr id="4" name="Slide Number Placeholder 2"/>
          <p:cNvSpPr>
            <a:spLocks noGrp="1"/>
          </p:cNvSpPr>
          <p:nvPr>
            <p:ph type="sldNum" sz="quarter" idx="11"/>
          </p:nvPr>
        </p:nvSpPr>
        <p:spPr>
          <a:xfrm>
            <a:off x="6781800" y="4767263"/>
            <a:ext cx="2133600" cy="273844"/>
          </a:xfrm>
        </p:spPr>
        <p:txBody>
          <a:bodyPr/>
          <a:lstStyle>
            <a:lvl1pPr>
              <a:defRPr sz="800">
                <a:solidFill>
                  <a:schemeClr val="tx1"/>
                </a:solidFill>
              </a:defRPr>
            </a:lvl1pPr>
          </a:lstStyle>
          <a:p>
            <a:fld id="{74A398B2-5A34-1A4A-811E-F4027282568C}" type="slidenum">
              <a:rPr lang="en-US" smtClean="0"/>
              <a:pPr/>
              <a:t>‹#›</a:t>
            </a:fld>
            <a:endParaRPr lang="en-US"/>
          </a:p>
        </p:txBody>
      </p:sp>
      <p:sp>
        <p:nvSpPr>
          <p:cNvPr id="5" name="Content Placeholder 2"/>
          <p:cNvSpPr>
            <a:spLocks noGrp="1"/>
          </p:cNvSpPr>
          <p:nvPr>
            <p:ph idx="1"/>
          </p:nvPr>
        </p:nvSpPr>
        <p:spPr>
          <a:xfrm>
            <a:off x="1821873" y="914400"/>
            <a:ext cx="6858000" cy="3657600"/>
          </a:xfrm>
          <a:solidFill>
            <a:srgbClr val="15AEEF">
              <a:alpha val="89804"/>
            </a:srgbClr>
          </a:solidFill>
        </p:spPr>
        <p:txBody>
          <a:bodyPr lIns="182880" tIns="91440" rIns="91440" bIns="91440">
            <a:normAutofit/>
          </a:bodyPr>
          <a:lstStyle>
            <a:lvl1pPr marL="228600" indent="-228600">
              <a:lnSpc>
                <a:spcPct val="100000"/>
              </a:lnSpc>
              <a:buFont typeface="Arial" pitchFamily="34" charset="0"/>
              <a:buChar char="•"/>
              <a:defRPr/>
            </a:lvl1pPr>
            <a:lvl2pPr marL="457200" indent="-225425">
              <a:lnSpc>
                <a:spcPct val="100000"/>
              </a:lnSpc>
              <a:buFont typeface="Arial" pitchFamily="34" charset="0"/>
              <a:buChar char="•"/>
              <a:defRPr/>
            </a:lvl2pPr>
            <a:lvl3pPr marL="685800" indent="-230188">
              <a:lnSpc>
                <a:spcPct val="100000"/>
              </a:lnSpc>
              <a:buFont typeface="Arial" pitchFamily="34" charset="0"/>
              <a:buChar char="•"/>
              <a:defRPr/>
            </a:lvl3pPr>
            <a:lvl4pPr marL="914400" indent="-228600">
              <a:lnSpc>
                <a:spcPct val="100000"/>
              </a:lnSpc>
              <a:buFont typeface="Arial" pitchFamily="34" charset="0"/>
              <a:buChar char="•"/>
              <a:defRPr/>
            </a:lvl4pPr>
            <a:lvl5pPr marL="1143000" indent="-228600">
              <a:lnSpc>
                <a:spcPct val="100000"/>
              </a:lnSpc>
              <a:buFont typeface="Arial" pitchFamily="34" charset="0"/>
              <a:buChar char="•"/>
              <a:defRPr/>
            </a:lvl5pPr>
            <a:lvl6pPr>
              <a:lnSpc>
                <a:spcPct val="100000"/>
              </a:lnSpc>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12051743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ransition Slide 1">
    <p:spTree>
      <p:nvGrpSpPr>
        <p:cNvPr id="1" name=""/>
        <p:cNvGrpSpPr/>
        <p:nvPr/>
      </p:nvGrpSpPr>
      <p:grpSpPr>
        <a:xfrm>
          <a:off x="0" y="0"/>
          <a:ext cx="0" cy="0"/>
          <a:chOff x="0" y="0"/>
          <a:chExt cx="0" cy="0"/>
        </a:xfrm>
      </p:grpSpPr>
      <p:sp>
        <p:nvSpPr>
          <p:cNvPr id="4" name="Slide Number Placeholder 2"/>
          <p:cNvSpPr>
            <a:spLocks noGrp="1"/>
          </p:cNvSpPr>
          <p:nvPr>
            <p:ph type="sldNum" sz="quarter" idx="11"/>
          </p:nvPr>
        </p:nvSpPr>
        <p:spPr>
          <a:xfrm>
            <a:off x="6781800" y="4767263"/>
            <a:ext cx="2133600" cy="273844"/>
          </a:xfrm>
        </p:spPr>
        <p:txBody>
          <a:bodyPr/>
          <a:lstStyle>
            <a:lvl1pPr>
              <a:defRPr sz="800">
                <a:solidFill>
                  <a:schemeClr val="bg1"/>
                </a:solidFill>
              </a:defRPr>
            </a:lvl1pPr>
          </a:lstStyle>
          <a:p>
            <a:fld id="{74A398B2-5A34-1A4A-811E-F4027282568C}" type="slidenum">
              <a:rPr lang="en-US" smtClean="0"/>
              <a:pPr/>
              <a:t>‹#›</a:t>
            </a:fld>
            <a:endParaRPr lang="en-US"/>
          </a:p>
        </p:txBody>
      </p:sp>
      <p:sp>
        <p:nvSpPr>
          <p:cNvPr id="5" name="Title 1"/>
          <p:cNvSpPr>
            <a:spLocks noGrp="1"/>
          </p:cNvSpPr>
          <p:nvPr>
            <p:ph type="title"/>
          </p:nvPr>
        </p:nvSpPr>
        <p:spPr>
          <a:xfrm>
            <a:off x="0" y="914400"/>
            <a:ext cx="1828800" cy="1828800"/>
          </a:xfrm>
          <a:prstGeom prst="rect">
            <a:avLst/>
          </a:prstGeom>
          <a:solidFill>
            <a:srgbClr val="0A5BBA">
              <a:alpha val="89804"/>
            </a:srgbClr>
          </a:solidFill>
        </p:spPr>
        <p:txBody>
          <a:bodyPr lIns="182880" tIns="91440" rIns="91440" bIns="91440">
            <a:normAutofit/>
          </a:bodyPr>
          <a:lstStyle>
            <a:lvl1pPr>
              <a:defRPr sz="2000" baseline="0">
                <a:solidFill>
                  <a:schemeClr val="bg1"/>
                </a:solidFill>
                <a:latin typeface="+mn-lt"/>
              </a:defRPr>
            </a:lvl1pPr>
          </a:lstStyle>
          <a:p>
            <a:pPr lvl="0"/>
            <a:endParaRPr lang="en-US"/>
          </a:p>
        </p:txBody>
      </p:sp>
      <p:sp>
        <p:nvSpPr>
          <p:cNvPr id="7" name="Content Placeholder 2"/>
          <p:cNvSpPr>
            <a:spLocks noGrp="1"/>
          </p:cNvSpPr>
          <p:nvPr>
            <p:ph idx="1"/>
          </p:nvPr>
        </p:nvSpPr>
        <p:spPr>
          <a:xfrm>
            <a:off x="1828800" y="914400"/>
            <a:ext cx="6858000" cy="3657600"/>
          </a:xfrm>
          <a:noFill/>
        </p:spPr>
        <p:txBody>
          <a:bodyPr lIns="182880" tIns="91440" rIns="91440" bIns="91440">
            <a:normAutofit/>
          </a:bodyPr>
          <a:lstStyle>
            <a:lvl1pPr marL="228600" indent="-228600">
              <a:lnSpc>
                <a:spcPct val="100000"/>
              </a:lnSpc>
              <a:buFont typeface="Arial" pitchFamily="34" charset="0"/>
              <a:buChar char="•"/>
              <a:defRPr>
                <a:solidFill>
                  <a:schemeClr val="bg1"/>
                </a:solidFill>
              </a:defRPr>
            </a:lvl1pPr>
            <a:lvl2pPr marL="457200" indent="-225425">
              <a:lnSpc>
                <a:spcPct val="100000"/>
              </a:lnSpc>
              <a:buFont typeface="Arial" pitchFamily="34" charset="0"/>
              <a:buChar char="•"/>
              <a:defRPr>
                <a:solidFill>
                  <a:schemeClr val="bg1"/>
                </a:solidFill>
              </a:defRPr>
            </a:lvl2pPr>
            <a:lvl3pPr marL="685800" indent="-228600">
              <a:lnSpc>
                <a:spcPct val="100000"/>
              </a:lnSpc>
              <a:buFont typeface="Arial" pitchFamily="34" charset="0"/>
              <a:buChar char="•"/>
              <a:defRPr>
                <a:solidFill>
                  <a:schemeClr val="bg1"/>
                </a:solidFill>
              </a:defRPr>
            </a:lvl3pPr>
            <a:lvl4pPr marL="914400" indent="-228600">
              <a:lnSpc>
                <a:spcPct val="100000"/>
              </a:lnSpc>
              <a:buFont typeface="Arial" pitchFamily="34" charset="0"/>
              <a:buChar char="•"/>
              <a:defRPr>
                <a:solidFill>
                  <a:schemeClr val="bg1"/>
                </a:solidFill>
              </a:defRPr>
            </a:lvl4pPr>
            <a:lvl5pPr marL="1143000" indent="-228600">
              <a:lnSpc>
                <a:spcPct val="100000"/>
              </a:lnSpc>
              <a:buFont typeface="Arial" pitchFamily="34" charset="0"/>
              <a:buChar char="•"/>
              <a:defRPr>
                <a:solidFill>
                  <a:schemeClr val="bg1"/>
                </a:solidFill>
              </a:defRPr>
            </a:lvl5pPr>
            <a:lvl6pPr>
              <a:lnSpc>
                <a:spcPct val="100000"/>
              </a:lnSpc>
              <a:defRPr>
                <a:solidFill>
                  <a:schemeClr val="bg1"/>
                </a:solidFill>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64846169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ransition Slide 2">
    <p:spTree>
      <p:nvGrpSpPr>
        <p:cNvPr id="1" name=""/>
        <p:cNvGrpSpPr/>
        <p:nvPr/>
      </p:nvGrpSpPr>
      <p:grpSpPr>
        <a:xfrm>
          <a:off x="0" y="0"/>
          <a:ext cx="0" cy="0"/>
          <a:chOff x="0" y="0"/>
          <a:chExt cx="0" cy="0"/>
        </a:xfrm>
      </p:grpSpPr>
      <p:sp>
        <p:nvSpPr>
          <p:cNvPr id="4" name="Slide Number Placeholder 2"/>
          <p:cNvSpPr>
            <a:spLocks noGrp="1"/>
          </p:cNvSpPr>
          <p:nvPr>
            <p:ph type="sldNum" sz="quarter" idx="11"/>
          </p:nvPr>
        </p:nvSpPr>
        <p:spPr>
          <a:xfrm>
            <a:off x="6781800" y="4767263"/>
            <a:ext cx="2133600" cy="273844"/>
          </a:xfrm>
        </p:spPr>
        <p:txBody>
          <a:bodyPr/>
          <a:lstStyle>
            <a:lvl1pPr>
              <a:defRPr sz="800">
                <a:solidFill>
                  <a:schemeClr val="bg1"/>
                </a:solidFill>
              </a:defRPr>
            </a:lvl1pPr>
          </a:lstStyle>
          <a:p>
            <a:fld id="{74A398B2-5A34-1A4A-811E-F4027282568C}" type="slidenum">
              <a:rPr lang="en-US" smtClean="0"/>
              <a:pPr/>
              <a:t>‹#›</a:t>
            </a:fld>
            <a:endParaRPr lang="en-US"/>
          </a:p>
        </p:txBody>
      </p:sp>
      <p:sp>
        <p:nvSpPr>
          <p:cNvPr id="5" name="Title 1"/>
          <p:cNvSpPr>
            <a:spLocks noGrp="1"/>
          </p:cNvSpPr>
          <p:nvPr>
            <p:ph type="title"/>
          </p:nvPr>
        </p:nvSpPr>
        <p:spPr>
          <a:xfrm>
            <a:off x="0" y="0"/>
            <a:ext cx="4572000" cy="914400"/>
          </a:xfrm>
          <a:prstGeom prst="rect">
            <a:avLst/>
          </a:prstGeom>
          <a:solidFill>
            <a:srgbClr val="0A5BBA">
              <a:alpha val="89804"/>
            </a:srgbClr>
          </a:solidFill>
        </p:spPr>
        <p:txBody>
          <a:bodyPr lIns="182880" tIns="91440" rIns="91440" bIns="91440" anchor="ctr">
            <a:normAutofit/>
          </a:bodyPr>
          <a:lstStyle>
            <a:lvl1pPr>
              <a:defRPr sz="2400" baseline="0">
                <a:solidFill>
                  <a:schemeClr val="bg1"/>
                </a:solidFill>
                <a:latin typeface="+mn-lt"/>
              </a:defRPr>
            </a:lvl1pPr>
          </a:lstStyle>
          <a:p>
            <a:pPr lvl="0"/>
            <a:endParaRPr lang="en-US"/>
          </a:p>
        </p:txBody>
      </p:sp>
      <p:sp>
        <p:nvSpPr>
          <p:cNvPr id="7" name="Content Placeholder 2"/>
          <p:cNvSpPr>
            <a:spLocks noGrp="1"/>
          </p:cNvSpPr>
          <p:nvPr>
            <p:ph idx="1"/>
          </p:nvPr>
        </p:nvSpPr>
        <p:spPr>
          <a:xfrm>
            <a:off x="457200" y="914400"/>
            <a:ext cx="8229600" cy="3657600"/>
          </a:xfrm>
          <a:noFill/>
        </p:spPr>
        <p:txBody>
          <a:bodyPr lIns="182880" tIns="91440" rIns="91440" bIns="91440">
            <a:normAutofit/>
          </a:bodyPr>
          <a:lstStyle>
            <a:lvl1pPr marL="228600" indent="-228600">
              <a:lnSpc>
                <a:spcPct val="100000"/>
              </a:lnSpc>
              <a:buFont typeface="Arial" pitchFamily="34" charset="0"/>
              <a:buChar char="•"/>
              <a:defRPr>
                <a:solidFill>
                  <a:schemeClr val="bg1"/>
                </a:solidFill>
              </a:defRPr>
            </a:lvl1pPr>
            <a:lvl2pPr marL="457200" indent="-225425">
              <a:lnSpc>
                <a:spcPct val="100000"/>
              </a:lnSpc>
              <a:buFont typeface="Arial" pitchFamily="34" charset="0"/>
              <a:buChar char="•"/>
              <a:defRPr>
                <a:solidFill>
                  <a:schemeClr val="bg1"/>
                </a:solidFill>
              </a:defRPr>
            </a:lvl2pPr>
            <a:lvl3pPr marL="685800" indent="-228600">
              <a:lnSpc>
                <a:spcPct val="100000"/>
              </a:lnSpc>
              <a:buFont typeface="Arial" pitchFamily="34" charset="0"/>
              <a:buChar char="•"/>
              <a:defRPr>
                <a:solidFill>
                  <a:schemeClr val="bg1"/>
                </a:solidFill>
              </a:defRPr>
            </a:lvl3pPr>
            <a:lvl4pPr marL="914400" indent="-228600">
              <a:lnSpc>
                <a:spcPct val="100000"/>
              </a:lnSpc>
              <a:buFont typeface="Arial" pitchFamily="34" charset="0"/>
              <a:buChar char="•"/>
              <a:defRPr>
                <a:solidFill>
                  <a:schemeClr val="bg1"/>
                </a:solidFill>
              </a:defRPr>
            </a:lvl4pPr>
            <a:lvl5pPr marL="1143000" indent="-228600">
              <a:lnSpc>
                <a:spcPct val="100000"/>
              </a:lnSpc>
              <a:buFont typeface="Arial" pitchFamily="34" charset="0"/>
              <a:buChar char="•"/>
              <a:defRPr>
                <a:solidFill>
                  <a:schemeClr val="bg1"/>
                </a:solidFill>
              </a:defRPr>
            </a:lvl5pPr>
            <a:lvl6pPr>
              <a:lnSpc>
                <a:spcPct val="100000"/>
              </a:lnSpc>
              <a:defRPr>
                <a:solidFill>
                  <a:schemeClr val="bg1"/>
                </a:solidFill>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3462450437"/>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3" name="Title 1"/>
          <p:cNvSpPr>
            <a:spLocks noGrp="1"/>
          </p:cNvSpPr>
          <p:nvPr>
            <p:ph type="title"/>
          </p:nvPr>
        </p:nvSpPr>
        <p:spPr>
          <a:xfrm>
            <a:off x="0" y="914400"/>
            <a:ext cx="1828800" cy="1828800"/>
          </a:xfrm>
          <a:prstGeom prst="rect">
            <a:avLst/>
          </a:prstGeom>
          <a:solidFill>
            <a:srgbClr val="0A5BBA">
              <a:alpha val="89804"/>
            </a:srgbClr>
          </a:solidFill>
        </p:spPr>
        <p:txBody>
          <a:bodyPr lIns="182880" tIns="91440" rIns="91440" bIns="91440">
            <a:normAutofit/>
          </a:bodyPr>
          <a:lstStyle>
            <a:lvl1pPr>
              <a:defRPr sz="2000" baseline="0">
                <a:solidFill>
                  <a:schemeClr val="bg1"/>
                </a:solidFill>
                <a:latin typeface="+mn-lt"/>
              </a:defRPr>
            </a:lvl1pPr>
          </a:lstStyle>
          <a:p>
            <a:pPr lvl="0"/>
            <a:endParaRPr lang="en-US"/>
          </a:p>
        </p:txBody>
      </p:sp>
      <p:sp>
        <p:nvSpPr>
          <p:cNvPr id="5" name="Text Placeholder 11"/>
          <p:cNvSpPr>
            <a:spLocks noGrp="1"/>
          </p:cNvSpPr>
          <p:nvPr>
            <p:ph type="body" sz="quarter" idx="13"/>
          </p:nvPr>
        </p:nvSpPr>
        <p:spPr>
          <a:xfrm>
            <a:off x="5486400" y="914400"/>
            <a:ext cx="3657600" cy="3656836"/>
          </a:xfrm>
          <a:solidFill>
            <a:srgbClr val="0A5BBA">
              <a:alpha val="89804"/>
            </a:srgbClr>
          </a:solidFill>
        </p:spPr>
        <p:txBody>
          <a:bodyPr lIns="182880" tIns="91440" rIns="91440" bIns="91440">
            <a:normAutofit/>
          </a:bodyPr>
          <a:lstStyle>
            <a:lvl1pPr marL="228600" indent="-228600">
              <a:lnSpc>
                <a:spcPct val="100000"/>
              </a:lnSpc>
              <a:buFont typeface="Arial" pitchFamily="34" charset="0"/>
              <a:buChar char="•"/>
              <a:defRPr sz="1800" baseline="0">
                <a:solidFill>
                  <a:schemeClr val="bg1"/>
                </a:solidFill>
                <a:latin typeface="+mn-lt"/>
              </a:defRPr>
            </a:lvl1pPr>
            <a:lvl2pPr marL="457200" indent="-228600">
              <a:lnSpc>
                <a:spcPct val="100000"/>
              </a:lnSpc>
              <a:buFont typeface="Arial" pitchFamily="34" charset="0"/>
              <a:buChar char="•"/>
              <a:defRPr sz="1800" baseline="0">
                <a:solidFill>
                  <a:schemeClr val="bg1"/>
                </a:solidFill>
                <a:latin typeface="+mn-lt"/>
              </a:defRPr>
            </a:lvl2pPr>
            <a:lvl3pPr marL="685800" indent="-228600">
              <a:lnSpc>
                <a:spcPct val="100000"/>
              </a:lnSpc>
              <a:buFont typeface="Arial" pitchFamily="34" charset="0"/>
              <a:buChar char="•"/>
              <a:defRPr sz="1800" baseline="0">
                <a:solidFill>
                  <a:schemeClr val="bg1"/>
                </a:solidFill>
                <a:latin typeface="+mn-lt"/>
              </a:defRPr>
            </a:lvl3pPr>
            <a:lvl4pPr marL="914400" indent="-228600">
              <a:lnSpc>
                <a:spcPct val="100000"/>
              </a:lnSpc>
              <a:buFont typeface="Arial" pitchFamily="34" charset="0"/>
              <a:buChar char="•"/>
              <a:defRPr sz="1800" baseline="0">
                <a:solidFill>
                  <a:schemeClr val="bg1"/>
                </a:solidFill>
                <a:latin typeface="+mn-lt"/>
              </a:defRPr>
            </a:lvl4pPr>
            <a:lvl5pPr marL="1143000" indent="-228600">
              <a:lnSpc>
                <a:spcPct val="100000"/>
              </a:lnSpc>
              <a:buFont typeface="Arial" pitchFamily="34" charset="0"/>
              <a:buChar char="•"/>
              <a:defRPr sz="1800" baseline="0">
                <a:solidFill>
                  <a:schemeClr val="bg1"/>
                </a:solidFill>
                <a:latin typeface="+mn-lt"/>
              </a:defRPr>
            </a:lvl5pPr>
            <a:lvl6pPr>
              <a:lnSpc>
                <a:spcPct val="100000"/>
              </a:lnSpc>
              <a:defRPr baseline="0">
                <a:solidFill>
                  <a:schemeClr val="bg1"/>
                </a:solidFill>
                <a:latin typeface="+mn-l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6" name="Slide Number Placeholder 2"/>
          <p:cNvSpPr>
            <a:spLocks noGrp="1"/>
          </p:cNvSpPr>
          <p:nvPr>
            <p:ph type="sldNum" sz="quarter" idx="11"/>
          </p:nvPr>
        </p:nvSpPr>
        <p:spPr>
          <a:xfrm>
            <a:off x="6781800" y="4767263"/>
            <a:ext cx="2133600" cy="273844"/>
          </a:xfrm>
        </p:spPr>
        <p:txBody>
          <a:bodyPr/>
          <a:lstStyle>
            <a:lvl1pPr>
              <a:defRPr sz="800">
                <a:solidFill>
                  <a:schemeClr val="tx1"/>
                </a:solidFill>
              </a:defRPr>
            </a:lvl1pPr>
          </a:lstStyle>
          <a:p>
            <a:fld id="{74A398B2-5A34-1A4A-811E-F4027282568C}" type="slidenum">
              <a:rPr lang="en-US" smtClean="0"/>
              <a:pPr/>
              <a:t>‹#›</a:t>
            </a:fld>
            <a:endParaRPr lang="en-US"/>
          </a:p>
        </p:txBody>
      </p:sp>
      <p:sp>
        <p:nvSpPr>
          <p:cNvPr id="7" name="Text Placeholder 11"/>
          <p:cNvSpPr>
            <a:spLocks noGrp="1"/>
          </p:cNvSpPr>
          <p:nvPr>
            <p:ph type="body" sz="quarter" idx="12" hasCustomPrompt="1"/>
          </p:nvPr>
        </p:nvSpPr>
        <p:spPr>
          <a:xfrm>
            <a:off x="1828800" y="914400"/>
            <a:ext cx="3657600" cy="3656836"/>
          </a:xfrm>
          <a:solidFill>
            <a:srgbClr val="1A3762"/>
          </a:solidFill>
        </p:spPr>
        <p:txBody>
          <a:bodyPr lIns="182880" tIns="91440" rIns="91440" bIns="91440">
            <a:noAutofit/>
          </a:bodyPr>
          <a:lstStyle>
            <a:lvl1pPr marL="228600" indent="-228600">
              <a:lnSpc>
                <a:spcPct val="100000"/>
              </a:lnSpc>
              <a:buFont typeface="Arial" pitchFamily="34" charset="0"/>
              <a:buChar char="•"/>
              <a:defRPr sz="2000">
                <a:solidFill>
                  <a:schemeClr val="bg1"/>
                </a:solidFill>
              </a:defRPr>
            </a:lvl1pPr>
            <a:lvl2pPr marL="685800" indent="-228600">
              <a:lnSpc>
                <a:spcPct val="100000"/>
              </a:lnSpc>
              <a:buFont typeface="Arial" pitchFamily="34" charset="0"/>
              <a:buChar char="•"/>
              <a:defRPr sz="2000">
                <a:solidFill>
                  <a:schemeClr val="bg1"/>
                </a:solidFill>
              </a:defRPr>
            </a:lvl2pPr>
            <a:lvl3pPr marL="1028700" indent="-228600">
              <a:lnSpc>
                <a:spcPct val="100000"/>
              </a:lnSpc>
              <a:buFont typeface="Arial" pitchFamily="34" charset="0"/>
              <a:buChar char="•"/>
              <a:defRPr sz="2000">
                <a:solidFill>
                  <a:schemeClr val="bg1"/>
                </a:solidFill>
              </a:defRPr>
            </a:lvl3pPr>
            <a:lvl4pPr marL="1371600" indent="-228600">
              <a:lnSpc>
                <a:spcPct val="100000"/>
              </a:lnSpc>
              <a:buFont typeface="Arial" pitchFamily="34" charset="0"/>
              <a:buChar char="•"/>
              <a:defRPr sz="2000">
                <a:solidFill>
                  <a:schemeClr val="bg1"/>
                </a:solidFill>
              </a:defRPr>
            </a:lvl4pPr>
            <a:lvl5pPr marL="1714500" indent="-228600">
              <a:lnSpc>
                <a:spcPct val="100000"/>
              </a:lnSpc>
              <a:buFont typeface="Arial" pitchFamily="34" charset="0"/>
              <a:buChar char="•"/>
              <a:defRPr sz="2000">
                <a:solidFill>
                  <a:schemeClr val="bg1"/>
                </a:solidFill>
              </a:defRPr>
            </a:lvl5pPr>
          </a:lstStyle>
          <a:p>
            <a:pPr lvl="0"/>
            <a:r>
              <a:rPr lang="en-US"/>
              <a:t>Click to edit slide content</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11" name="Text Placeholder 11"/>
          <p:cNvSpPr>
            <a:spLocks noGrp="1"/>
          </p:cNvSpPr>
          <p:nvPr>
            <p:ph type="body" sz="quarter" idx="12"/>
          </p:nvPr>
        </p:nvSpPr>
        <p:spPr>
          <a:xfrm>
            <a:off x="1828800" y="914400"/>
            <a:ext cx="3657600" cy="3656836"/>
          </a:xfrm>
          <a:solidFill>
            <a:srgbClr val="15AEEF">
              <a:alpha val="89804"/>
            </a:srgbClr>
          </a:solidFill>
        </p:spPr>
        <p:txBody>
          <a:bodyPr lIns="182880" tIns="91440" rIns="91440" bIns="91440">
            <a:normAutofit/>
          </a:bodyPr>
          <a:lstStyle>
            <a:lvl1pPr marL="228600" indent="-228600">
              <a:lnSpc>
                <a:spcPct val="100000"/>
              </a:lnSpc>
              <a:buFont typeface="Arial" pitchFamily="34" charset="0"/>
              <a:buChar char="•"/>
              <a:defRPr sz="1800" baseline="0">
                <a:solidFill>
                  <a:schemeClr val="bg1"/>
                </a:solidFill>
                <a:latin typeface="+mn-lt"/>
              </a:defRPr>
            </a:lvl1pPr>
            <a:lvl2pPr marL="457200" indent="-228600">
              <a:lnSpc>
                <a:spcPct val="100000"/>
              </a:lnSpc>
              <a:buFont typeface="Arial" pitchFamily="34" charset="0"/>
              <a:buChar char="•"/>
              <a:defRPr sz="1800" baseline="0">
                <a:solidFill>
                  <a:schemeClr val="bg1"/>
                </a:solidFill>
                <a:latin typeface="+mn-lt"/>
              </a:defRPr>
            </a:lvl2pPr>
            <a:lvl3pPr marL="685800" indent="-228600">
              <a:lnSpc>
                <a:spcPct val="100000"/>
              </a:lnSpc>
              <a:buFont typeface="Arial" pitchFamily="34" charset="0"/>
              <a:buChar char="•"/>
              <a:defRPr sz="1800" baseline="0">
                <a:solidFill>
                  <a:schemeClr val="bg1"/>
                </a:solidFill>
                <a:latin typeface="+mn-lt"/>
              </a:defRPr>
            </a:lvl3pPr>
            <a:lvl4pPr marL="914400" indent="-228600">
              <a:lnSpc>
                <a:spcPct val="100000"/>
              </a:lnSpc>
              <a:buFont typeface="Arial" pitchFamily="34" charset="0"/>
              <a:buChar char="•"/>
              <a:defRPr sz="1800" baseline="0">
                <a:solidFill>
                  <a:schemeClr val="bg1"/>
                </a:solidFill>
                <a:latin typeface="+mn-lt"/>
              </a:defRPr>
            </a:lvl4pPr>
            <a:lvl5pPr marL="1143000" indent="-228600">
              <a:lnSpc>
                <a:spcPct val="100000"/>
              </a:lnSpc>
              <a:buFont typeface="Arial" pitchFamily="34" charset="0"/>
              <a:buChar char="•"/>
              <a:defRPr sz="1800" baseline="0">
                <a:solidFill>
                  <a:schemeClr val="bg1"/>
                </a:solidFill>
                <a:latin typeface="+mn-lt"/>
              </a:defRPr>
            </a:lvl5pPr>
            <a:lvl6pPr>
              <a:lnSpc>
                <a:spcPct val="100000"/>
              </a:lnSpc>
              <a:defRPr b="0" baseline="0">
                <a:solidFill>
                  <a:schemeClr val="bg1"/>
                </a:solidFill>
                <a:latin typeface="+mn-l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3" name="Title 1"/>
          <p:cNvSpPr>
            <a:spLocks noGrp="1"/>
          </p:cNvSpPr>
          <p:nvPr>
            <p:ph type="title"/>
          </p:nvPr>
        </p:nvSpPr>
        <p:spPr>
          <a:xfrm>
            <a:off x="0" y="914400"/>
            <a:ext cx="1828800" cy="1828800"/>
          </a:xfrm>
          <a:prstGeom prst="rect">
            <a:avLst/>
          </a:prstGeom>
          <a:solidFill>
            <a:srgbClr val="0A5BBA">
              <a:alpha val="89804"/>
            </a:srgbClr>
          </a:solidFill>
        </p:spPr>
        <p:txBody>
          <a:bodyPr lIns="182880" tIns="91440" rIns="91440" bIns="91440">
            <a:normAutofit/>
          </a:bodyPr>
          <a:lstStyle>
            <a:lvl1pPr>
              <a:defRPr sz="2000" baseline="0">
                <a:solidFill>
                  <a:schemeClr val="bg1"/>
                </a:solidFill>
                <a:latin typeface="+mn-lt"/>
              </a:defRPr>
            </a:lvl1pPr>
          </a:lstStyle>
          <a:p>
            <a:pPr lvl="0"/>
            <a:endParaRPr lang="en-US"/>
          </a:p>
        </p:txBody>
      </p:sp>
      <p:sp>
        <p:nvSpPr>
          <p:cNvPr id="5" name="Text Placeholder 11"/>
          <p:cNvSpPr>
            <a:spLocks noGrp="1"/>
          </p:cNvSpPr>
          <p:nvPr>
            <p:ph type="body" sz="quarter" idx="13"/>
          </p:nvPr>
        </p:nvSpPr>
        <p:spPr>
          <a:xfrm>
            <a:off x="5486400" y="914400"/>
            <a:ext cx="3657600" cy="3656836"/>
          </a:xfrm>
          <a:solidFill>
            <a:srgbClr val="0A5BBA">
              <a:alpha val="89804"/>
            </a:srgbClr>
          </a:solidFill>
        </p:spPr>
        <p:txBody>
          <a:bodyPr lIns="182880" tIns="91440" rIns="91440" bIns="91440">
            <a:normAutofit/>
          </a:bodyPr>
          <a:lstStyle>
            <a:lvl1pPr marL="228600" indent="-228600">
              <a:lnSpc>
                <a:spcPct val="100000"/>
              </a:lnSpc>
              <a:buFont typeface="Arial" pitchFamily="34" charset="0"/>
              <a:buChar char="•"/>
              <a:defRPr sz="1800" baseline="0">
                <a:solidFill>
                  <a:schemeClr val="bg1"/>
                </a:solidFill>
                <a:latin typeface="+mn-lt"/>
              </a:defRPr>
            </a:lvl1pPr>
            <a:lvl2pPr marL="457200" indent="-228600">
              <a:lnSpc>
                <a:spcPct val="100000"/>
              </a:lnSpc>
              <a:buFont typeface="Arial" pitchFamily="34" charset="0"/>
              <a:buChar char="•"/>
              <a:defRPr sz="1800" baseline="0">
                <a:solidFill>
                  <a:schemeClr val="bg1"/>
                </a:solidFill>
                <a:latin typeface="+mn-lt"/>
              </a:defRPr>
            </a:lvl2pPr>
            <a:lvl3pPr marL="685800" indent="-228600">
              <a:lnSpc>
                <a:spcPct val="100000"/>
              </a:lnSpc>
              <a:buFont typeface="Arial" pitchFamily="34" charset="0"/>
              <a:buChar char="•"/>
              <a:defRPr sz="1800" baseline="0">
                <a:solidFill>
                  <a:schemeClr val="bg1"/>
                </a:solidFill>
                <a:latin typeface="+mn-lt"/>
              </a:defRPr>
            </a:lvl3pPr>
            <a:lvl4pPr marL="914400" indent="-228600">
              <a:lnSpc>
                <a:spcPct val="100000"/>
              </a:lnSpc>
              <a:buFont typeface="Arial" pitchFamily="34" charset="0"/>
              <a:buChar char="•"/>
              <a:defRPr sz="1800" baseline="0">
                <a:solidFill>
                  <a:schemeClr val="bg1"/>
                </a:solidFill>
                <a:latin typeface="+mn-lt"/>
              </a:defRPr>
            </a:lvl4pPr>
            <a:lvl5pPr marL="1143000" indent="-228600">
              <a:lnSpc>
                <a:spcPct val="100000"/>
              </a:lnSpc>
              <a:buFont typeface="Arial" pitchFamily="34" charset="0"/>
              <a:buChar char="•"/>
              <a:defRPr sz="1800" baseline="0">
                <a:solidFill>
                  <a:schemeClr val="bg1"/>
                </a:solidFill>
                <a:latin typeface="+mn-lt"/>
              </a:defRPr>
            </a:lvl5pPr>
            <a:lvl6pPr>
              <a:lnSpc>
                <a:spcPct val="100000"/>
              </a:lnSpc>
              <a:defRPr baseline="0">
                <a:solidFill>
                  <a:schemeClr val="bg1"/>
                </a:solidFill>
                <a:latin typeface="+mn-l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6" name="Slide Number Placeholder 2"/>
          <p:cNvSpPr>
            <a:spLocks noGrp="1"/>
          </p:cNvSpPr>
          <p:nvPr>
            <p:ph type="sldNum" sz="quarter" idx="11"/>
          </p:nvPr>
        </p:nvSpPr>
        <p:spPr>
          <a:xfrm>
            <a:off x="6781800" y="4767263"/>
            <a:ext cx="2133600" cy="273844"/>
          </a:xfrm>
        </p:spPr>
        <p:txBody>
          <a:bodyPr/>
          <a:lstStyle>
            <a:lvl1pPr>
              <a:defRPr sz="800">
                <a:solidFill>
                  <a:schemeClr val="bg1"/>
                </a:solidFill>
              </a:defRPr>
            </a:lvl1pPr>
          </a:lstStyle>
          <a:p>
            <a:fld id="{74A398B2-5A34-1A4A-811E-F4027282568C}" type="slidenum">
              <a:rPr lang="en-US" smtClean="0"/>
              <a:pPr/>
              <a:t>‹#›</a:t>
            </a:fld>
            <a:endParaRPr lang="en-US"/>
          </a:p>
        </p:txBody>
      </p:sp>
    </p:spTree>
    <p:extLst>
      <p:ext uri="{BB962C8B-B14F-4D97-AF65-F5344CB8AC3E}">
        <p14:creationId xmlns:p14="http://schemas.microsoft.com/office/powerpoint/2010/main" val="257651206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Slide">
    <p:spTree>
      <p:nvGrpSpPr>
        <p:cNvPr id="1" name=""/>
        <p:cNvGrpSpPr/>
        <p:nvPr/>
      </p:nvGrpSpPr>
      <p:grpSpPr>
        <a:xfrm>
          <a:off x="0" y="0"/>
          <a:ext cx="0" cy="0"/>
          <a:chOff x="0" y="0"/>
          <a:chExt cx="0" cy="0"/>
        </a:xfrm>
      </p:grpSpPr>
      <p:sp>
        <p:nvSpPr>
          <p:cNvPr id="5" name="Text Placeholder 4"/>
          <p:cNvSpPr>
            <a:spLocks noGrp="1"/>
          </p:cNvSpPr>
          <p:nvPr>
            <p:ph type="body" sz="quarter" idx="3"/>
          </p:nvPr>
        </p:nvSpPr>
        <p:spPr>
          <a:xfrm>
            <a:off x="1821873" y="914399"/>
            <a:ext cx="3584448" cy="914400"/>
          </a:xfrm>
          <a:solidFill>
            <a:srgbClr val="15AEEF"/>
          </a:solidFill>
        </p:spPr>
        <p:txBody>
          <a:bodyPr lIns="182880" tIns="91440" rIns="91440" bIns="91440" anchor="t">
            <a:normAutofit/>
          </a:bodyPr>
          <a:lstStyle>
            <a:lvl1pPr marL="0" indent="0">
              <a:lnSpc>
                <a:spcPct val="90000"/>
              </a:lnSpc>
              <a:spcBef>
                <a:spcPts val="0"/>
              </a:spcBef>
              <a:buNone/>
              <a:defRPr sz="2500" b="0">
                <a:latin typeface="+mj-lt"/>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821873" y="1809750"/>
            <a:ext cx="3584448" cy="2743200"/>
          </a:xfrm>
          <a:solidFill>
            <a:srgbClr val="15AEEF"/>
          </a:solidFill>
        </p:spPr>
        <p:txBody>
          <a:bodyPr wrap="square" lIns="182880" tIns="91440" rIns="91440" bIns="91440" anchor="t">
            <a:normAutofit/>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p:nvPr>
        </p:nvSpPr>
        <p:spPr>
          <a:xfrm>
            <a:off x="-6927" y="914400"/>
            <a:ext cx="1828800" cy="1828800"/>
          </a:xfrm>
          <a:prstGeom prst="rect">
            <a:avLst/>
          </a:prstGeom>
          <a:solidFill>
            <a:srgbClr val="0A5BBA"/>
          </a:solidFill>
        </p:spPr>
        <p:txBody>
          <a:bodyPr lIns="182880" tIns="91440" rIns="91440" bIns="91440">
            <a:normAutofit/>
          </a:bodyPr>
          <a:lstStyle>
            <a:lvl1pPr>
              <a:defRPr sz="2000" baseline="0">
                <a:solidFill>
                  <a:schemeClr val="bg1"/>
                </a:solidFill>
                <a:latin typeface="+mn-lt"/>
              </a:defRPr>
            </a:lvl1pPr>
          </a:lstStyle>
          <a:p>
            <a:pPr lvl="0"/>
            <a:endParaRPr lang="en-US"/>
          </a:p>
        </p:txBody>
      </p:sp>
      <p:sp>
        <p:nvSpPr>
          <p:cNvPr id="13" name="Text Placeholder 4"/>
          <p:cNvSpPr>
            <a:spLocks noGrp="1"/>
          </p:cNvSpPr>
          <p:nvPr>
            <p:ph type="body" sz="quarter" idx="12"/>
          </p:nvPr>
        </p:nvSpPr>
        <p:spPr>
          <a:xfrm>
            <a:off x="5403273" y="914399"/>
            <a:ext cx="3584448" cy="914400"/>
          </a:xfrm>
          <a:solidFill>
            <a:srgbClr val="0A5BBA"/>
          </a:solidFill>
        </p:spPr>
        <p:txBody>
          <a:bodyPr lIns="182880" tIns="91440" rIns="91440" bIns="91440" anchor="t">
            <a:normAutofit/>
          </a:bodyPr>
          <a:lstStyle>
            <a:lvl1pPr marL="0" indent="0">
              <a:lnSpc>
                <a:spcPct val="90000"/>
              </a:lnSpc>
              <a:spcBef>
                <a:spcPts val="0"/>
              </a:spcBef>
              <a:buNone/>
              <a:defRPr sz="2500" b="0" baseline="0">
                <a:solidFill>
                  <a:schemeClr val="bg1"/>
                </a:solidFill>
                <a:latin typeface="+mj-lt"/>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14" name="Content Placeholder 5"/>
          <p:cNvSpPr>
            <a:spLocks noGrp="1"/>
          </p:cNvSpPr>
          <p:nvPr>
            <p:ph sz="quarter" idx="13"/>
          </p:nvPr>
        </p:nvSpPr>
        <p:spPr>
          <a:xfrm>
            <a:off x="5403273" y="1809749"/>
            <a:ext cx="3584448" cy="2743200"/>
          </a:xfrm>
          <a:solidFill>
            <a:srgbClr val="0A5BBA"/>
          </a:solidFill>
        </p:spPr>
        <p:txBody>
          <a:bodyPr wrap="square" lIns="182880" tIns="91440" rIns="91440" bIns="91440" anchor="t">
            <a:normAutofit/>
          </a:bodyPr>
          <a:lstStyle>
            <a:lvl1pPr marL="296321" indent="-296321">
              <a:defRPr sz="2300">
                <a:solidFill>
                  <a:schemeClr val="bg1"/>
                </a:solidFill>
              </a:defRPr>
            </a:lvl1pPr>
            <a:lvl2pPr marL="570155" indent="-273833">
              <a:defRPr sz="2000">
                <a:solidFill>
                  <a:schemeClr val="bg1"/>
                </a:solidFill>
              </a:defRPr>
            </a:lvl2pPr>
            <a:lvl3pPr marL="821499" indent="-244730">
              <a:defRPr sz="1800">
                <a:solidFill>
                  <a:schemeClr val="bg1"/>
                </a:solidFill>
              </a:defRPr>
            </a:lvl3pPr>
            <a:lvl4pPr marL="1050354" indent="-236793">
              <a:defRPr sz="1700">
                <a:solidFill>
                  <a:schemeClr val="bg1"/>
                </a:solidFill>
              </a:defRPr>
            </a:lvl4pPr>
            <a:lvl5pPr marL="1279210" indent="-220919">
              <a:defRPr sz="1700">
                <a:solidFill>
                  <a:schemeClr val="bg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2"/>
          <p:cNvSpPr>
            <a:spLocks noGrp="1"/>
          </p:cNvSpPr>
          <p:nvPr>
            <p:ph type="sldNum" sz="quarter" idx="11"/>
          </p:nvPr>
        </p:nvSpPr>
        <p:spPr>
          <a:xfrm>
            <a:off x="6781800" y="4767263"/>
            <a:ext cx="2133600" cy="273844"/>
          </a:xfrm>
        </p:spPr>
        <p:txBody>
          <a:bodyPr/>
          <a:lstStyle>
            <a:lvl1pPr>
              <a:defRPr sz="800">
                <a:solidFill>
                  <a:schemeClr val="tx1"/>
                </a:solidFill>
              </a:defRPr>
            </a:lvl1pPr>
          </a:lstStyle>
          <a:p>
            <a:fld id="{74A398B2-5A34-1A4A-811E-F4027282568C}" type="slidenum">
              <a:rPr lang="en-US" smtClean="0"/>
              <a:pPr/>
              <a:t>‹#›</a:t>
            </a:fld>
            <a:endParaRPr lang="en-US"/>
          </a:p>
        </p:txBody>
      </p:sp>
    </p:spTree>
    <p:extLst>
      <p:ext uri="{BB962C8B-B14F-4D97-AF65-F5344CB8AC3E}">
        <p14:creationId xmlns:p14="http://schemas.microsoft.com/office/powerpoint/2010/main" val="425394174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Slide 1">
    <p:spTree>
      <p:nvGrpSpPr>
        <p:cNvPr id="1" name=""/>
        <p:cNvGrpSpPr/>
        <p:nvPr/>
      </p:nvGrpSpPr>
      <p:grpSpPr>
        <a:xfrm>
          <a:off x="0" y="0"/>
          <a:ext cx="0" cy="0"/>
          <a:chOff x="0" y="0"/>
          <a:chExt cx="0" cy="0"/>
        </a:xfrm>
      </p:grpSpPr>
      <p:sp>
        <p:nvSpPr>
          <p:cNvPr id="9" name="Title 1"/>
          <p:cNvSpPr>
            <a:spLocks noGrp="1"/>
          </p:cNvSpPr>
          <p:nvPr>
            <p:ph type="title"/>
          </p:nvPr>
        </p:nvSpPr>
        <p:spPr>
          <a:xfrm>
            <a:off x="0" y="914400"/>
            <a:ext cx="1828800" cy="1828800"/>
          </a:xfrm>
          <a:prstGeom prst="rect">
            <a:avLst/>
          </a:prstGeom>
          <a:solidFill>
            <a:srgbClr val="0A5BBA">
              <a:alpha val="89804"/>
            </a:srgbClr>
          </a:solidFill>
        </p:spPr>
        <p:txBody>
          <a:bodyPr lIns="182880" tIns="91440" rIns="91440" bIns="91440">
            <a:normAutofit/>
          </a:bodyPr>
          <a:lstStyle>
            <a:lvl1pPr>
              <a:defRPr sz="2000" baseline="0">
                <a:solidFill>
                  <a:schemeClr val="bg1"/>
                </a:solidFill>
                <a:latin typeface="+mn-lt"/>
              </a:defRPr>
            </a:lvl1pPr>
          </a:lstStyle>
          <a:p>
            <a:pPr lvl="0"/>
            <a:endParaRPr lang="en-US"/>
          </a:p>
        </p:txBody>
      </p:sp>
    </p:spTree>
    <p:extLst>
      <p:ext uri="{BB962C8B-B14F-4D97-AF65-F5344CB8AC3E}">
        <p14:creationId xmlns:p14="http://schemas.microsoft.com/office/powerpoint/2010/main" val="2344087233"/>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Slide 2">
    <p:spTree>
      <p:nvGrpSpPr>
        <p:cNvPr id="1" name=""/>
        <p:cNvGrpSpPr/>
        <p:nvPr/>
      </p:nvGrpSpPr>
      <p:grpSpPr>
        <a:xfrm>
          <a:off x="0" y="0"/>
          <a:ext cx="0" cy="0"/>
          <a:chOff x="0" y="0"/>
          <a:chExt cx="0" cy="0"/>
        </a:xfrm>
      </p:grpSpPr>
      <p:sp>
        <p:nvSpPr>
          <p:cNvPr id="7" name="Title 1"/>
          <p:cNvSpPr>
            <a:spLocks noGrp="1"/>
          </p:cNvSpPr>
          <p:nvPr>
            <p:ph type="title"/>
          </p:nvPr>
        </p:nvSpPr>
        <p:spPr>
          <a:xfrm>
            <a:off x="0" y="914400"/>
            <a:ext cx="1828800" cy="1828800"/>
          </a:xfrm>
          <a:prstGeom prst="rect">
            <a:avLst/>
          </a:prstGeom>
          <a:solidFill>
            <a:srgbClr val="0A5BBA">
              <a:alpha val="89804"/>
            </a:srgbClr>
          </a:solidFill>
        </p:spPr>
        <p:txBody>
          <a:bodyPr lIns="182880" tIns="91440" rIns="91440" bIns="91440">
            <a:normAutofit/>
          </a:bodyPr>
          <a:lstStyle>
            <a:lvl1pPr>
              <a:defRPr sz="2000" baseline="0">
                <a:solidFill>
                  <a:schemeClr val="bg1"/>
                </a:solidFill>
                <a:latin typeface="+mn-lt"/>
              </a:defRPr>
            </a:lvl1pPr>
          </a:lstStyle>
          <a:p>
            <a:pPr lvl="0"/>
            <a:endParaRPr lang="en-US"/>
          </a:p>
        </p:txBody>
      </p:sp>
    </p:spTree>
    <p:extLst>
      <p:ext uri="{BB962C8B-B14F-4D97-AF65-F5344CB8AC3E}">
        <p14:creationId xmlns:p14="http://schemas.microsoft.com/office/powerpoint/2010/main" val="1811844882"/>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nd Slide 1">
    <p:spTree>
      <p:nvGrpSpPr>
        <p:cNvPr id="1" name=""/>
        <p:cNvGrpSpPr/>
        <p:nvPr/>
      </p:nvGrpSpPr>
      <p:grpSpPr>
        <a:xfrm>
          <a:off x="0" y="0"/>
          <a:ext cx="0" cy="0"/>
          <a:chOff x="0" y="0"/>
          <a:chExt cx="0" cy="0"/>
        </a:xfrm>
      </p:grpSpPr>
      <p:sp>
        <p:nvSpPr>
          <p:cNvPr id="5" name="TextBox 4"/>
          <p:cNvSpPr txBox="1"/>
          <p:nvPr userDrawn="1"/>
        </p:nvSpPr>
        <p:spPr>
          <a:xfrm>
            <a:off x="99407" y="4405657"/>
            <a:ext cx="8815993" cy="656590"/>
          </a:xfrm>
          <a:prstGeom prst="rect">
            <a:avLst/>
          </a:prstGeom>
          <a:noFill/>
        </p:spPr>
        <p:txBody>
          <a:bodyPr wrap="square" rtlCol="0">
            <a:spAutoFit/>
          </a:bodyPr>
          <a:lstStyle/>
          <a:p>
            <a:pPr>
              <a:lnSpc>
                <a:spcPts val="1060"/>
              </a:lnSpc>
            </a:pPr>
            <a:r>
              <a:rPr lang="en-US" sz="800" kern="1200">
                <a:solidFill>
                  <a:schemeClr val="tx1"/>
                </a:solidFill>
                <a:latin typeface="+mn-lt"/>
                <a:ea typeface="+mn-ea"/>
                <a:cs typeface="+mn-cs"/>
              </a:rPr>
              <a:t>© Microsoft Corporation. All rights reserved. Microsoft, Windows,</a:t>
            </a:r>
            <a:r>
              <a:rPr lang="en-US" sz="800" kern="1200" baseline="0">
                <a:solidFill>
                  <a:schemeClr val="tx1"/>
                </a:solidFill>
                <a:latin typeface="+mn-lt"/>
                <a:ea typeface="+mn-ea"/>
                <a:cs typeface="+mn-cs"/>
              </a:rPr>
              <a:t> and </a:t>
            </a:r>
            <a:r>
              <a:rPr lang="en-US" sz="800" kern="1200">
                <a:solidFill>
                  <a:schemeClr val="tx1"/>
                </a:solidFill>
                <a:latin typeface="+mn-lt"/>
                <a:ea typeface="+mn-ea"/>
                <a:cs typeface="+mn-cs"/>
              </a:rPr>
              <a:t>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800">
              <a:solidFill>
                <a:schemeClr val="tx1"/>
              </a:solidFill>
            </a:endParaRPr>
          </a:p>
        </p:txBody>
      </p:sp>
      <p:sp>
        <p:nvSpPr>
          <p:cNvPr id="8" name="Text Placeholder 9"/>
          <p:cNvSpPr>
            <a:spLocks noGrp="1"/>
          </p:cNvSpPr>
          <p:nvPr>
            <p:ph type="body" sz="quarter" idx="12"/>
          </p:nvPr>
        </p:nvSpPr>
        <p:spPr>
          <a:xfrm>
            <a:off x="5486400" y="914400"/>
            <a:ext cx="3657600" cy="1828800"/>
          </a:xfrm>
          <a:solidFill>
            <a:srgbClr val="0A5BBA"/>
          </a:solidFill>
          <a:ln>
            <a:noFill/>
          </a:ln>
        </p:spPr>
        <p:txBody>
          <a:bodyPr lIns="182880" tIns="91440" rIns="91440" bIns="91440">
            <a:normAutofit/>
          </a:bodyPr>
          <a:lstStyle>
            <a:lvl1pPr marL="0" indent="0" algn="l">
              <a:lnSpc>
                <a:spcPct val="110000"/>
              </a:lnSpc>
              <a:buNone/>
              <a:defRPr lang="en-US" sz="2400" b="0" kern="1200" cap="none" spc="-100" baseline="0" dirty="0">
                <a:ln w="3175">
                  <a:noFill/>
                </a:ln>
                <a:solidFill>
                  <a:schemeClr val="bg1"/>
                </a:solidFill>
                <a:effectLst/>
                <a:latin typeface="+mj-lt"/>
                <a:ea typeface="+mn-ea"/>
                <a:cs typeface="Arial" charset="0"/>
              </a:defRPr>
            </a:lvl1pPr>
            <a:lvl2pPr marL="685800" indent="-225425" algn="l">
              <a:lnSpc>
                <a:spcPct val="110000"/>
              </a:lnSpc>
              <a:defRPr sz="1400">
                <a:solidFill>
                  <a:srgbClr val="3F3F3F"/>
                </a:solidFill>
                <a:latin typeface="+mn-lt"/>
                <a:cs typeface="Segoe UI Semibold"/>
              </a:defRPr>
            </a:lvl2pPr>
            <a:lvl3pPr marL="1028700" indent="-228600" algn="l">
              <a:lnSpc>
                <a:spcPct val="110000"/>
              </a:lnSpc>
              <a:defRPr sz="1400">
                <a:solidFill>
                  <a:srgbClr val="3F3F3F"/>
                </a:solidFill>
                <a:latin typeface="+mn-lt"/>
                <a:cs typeface="Segoe UI Semibold"/>
              </a:defRPr>
            </a:lvl3pPr>
            <a:lvl4pPr marL="1371600" indent="-228600" algn="l">
              <a:lnSpc>
                <a:spcPct val="110000"/>
              </a:lnSpc>
              <a:defRPr sz="1400">
                <a:solidFill>
                  <a:srgbClr val="3F3F3F"/>
                </a:solidFill>
                <a:latin typeface="+mn-lt"/>
                <a:cs typeface="Segoe UI Semibold"/>
              </a:defRPr>
            </a:lvl4pPr>
            <a:lvl5pPr marL="1714500" indent="-228600" algn="l">
              <a:lnSpc>
                <a:spcPct val="110000"/>
              </a:lnSpc>
              <a:defRPr sz="1400">
                <a:solidFill>
                  <a:srgbClr val="3F3F3F"/>
                </a:solidFill>
                <a:latin typeface="+mn-lt"/>
                <a:cs typeface="Segoe UI Semibold"/>
              </a:defRPr>
            </a:lvl5pPr>
          </a:lstStyle>
          <a:p>
            <a:pPr lvl="0"/>
            <a:endParaRPr lang="en-US"/>
          </a:p>
        </p:txBody>
      </p:sp>
      <p:pic>
        <p:nvPicPr>
          <p:cNvPr id="6" name="Picture 5"/>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795" y="112458"/>
            <a:ext cx="914400" cy="194945"/>
          </a:xfrm>
          <a:prstGeom prst="rect">
            <a:avLst/>
          </a:prstGeom>
          <a:noFill/>
        </p:spPr>
      </p:pic>
    </p:spTree>
    <p:extLst>
      <p:ext uri="{BB962C8B-B14F-4D97-AF65-F5344CB8AC3E}">
        <p14:creationId xmlns:p14="http://schemas.microsoft.com/office/powerpoint/2010/main" val="120815333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End Slide 1">
    <p:spTree>
      <p:nvGrpSpPr>
        <p:cNvPr id="1" name=""/>
        <p:cNvGrpSpPr/>
        <p:nvPr/>
      </p:nvGrpSpPr>
      <p:grpSpPr>
        <a:xfrm>
          <a:off x="0" y="0"/>
          <a:ext cx="0" cy="0"/>
          <a:chOff x="0" y="0"/>
          <a:chExt cx="0" cy="0"/>
        </a:xfrm>
      </p:grpSpPr>
      <p:sp>
        <p:nvSpPr>
          <p:cNvPr id="5" name="TextBox 4"/>
          <p:cNvSpPr txBox="1"/>
          <p:nvPr userDrawn="1"/>
        </p:nvSpPr>
        <p:spPr>
          <a:xfrm>
            <a:off x="99407" y="4405657"/>
            <a:ext cx="8815993" cy="656590"/>
          </a:xfrm>
          <a:prstGeom prst="rect">
            <a:avLst/>
          </a:prstGeom>
          <a:noFill/>
        </p:spPr>
        <p:txBody>
          <a:bodyPr wrap="square" rtlCol="0">
            <a:spAutoFit/>
          </a:bodyPr>
          <a:lstStyle/>
          <a:p>
            <a:pPr>
              <a:lnSpc>
                <a:spcPts val="1060"/>
              </a:lnSpc>
            </a:pPr>
            <a:r>
              <a:rPr lang="en-US" sz="800" kern="1200">
                <a:solidFill>
                  <a:schemeClr val="bg1"/>
                </a:solidFill>
                <a:latin typeface="+mn-lt"/>
                <a:ea typeface="+mn-ea"/>
                <a:cs typeface="+mn-cs"/>
              </a:rPr>
              <a:t>© 2013 Microsoft Corporation. All rights reserved. Microsoft, Windows,</a:t>
            </a:r>
            <a:r>
              <a:rPr lang="en-US" sz="800" kern="1200" baseline="0">
                <a:solidFill>
                  <a:schemeClr val="bg1"/>
                </a:solidFill>
                <a:latin typeface="+mn-lt"/>
                <a:ea typeface="+mn-ea"/>
                <a:cs typeface="+mn-cs"/>
              </a:rPr>
              <a:t> and </a:t>
            </a:r>
            <a:r>
              <a:rPr lang="en-US" sz="800" kern="1200">
                <a:solidFill>
                  <a:schemeClr val="bg1"/>
                </a:solidFill>
                <a:latin typeface="+mn-lt"/>
                <a:ea typeface="+mn-ea"/>
                <a:cs typeface="+mn-cs"/>
              </a:rPr>
              <a:t>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800">
              <a:solidFill>
                <a:schemeClr val="bg1"/>
              </a:solidFill>
            </a:endParaRPr>
          </a:p>
        </p:txBody>
      </p:sp>
      <p:sp>
        <p:nvSpPr>
          <p:cNvPr id="8" name="Text Placeholder 9"/>
          <p:cNvSpPr>
            <a:spLocks noGrp="1"/>
          </p:cNvSpPr>
          <p:nvPr>
            <p:ph type="body" sz="quarter" idx="12"/>
          </p:nvPr>
        </p:nvSpPr>
        <p:spPr>
          <a:xfrm>
            <a:off x="5486400" y="914400"/>
            <a:ext cx="3657600" cy="1828800"/>
          </a:xfrm>
          <a:solidFill>
            <a:srgbClr val="0A5BBA"/>
          </a:solidFill>
          <a:ln>
            <a:noFill/>
          </a:ln>
        </p:spPr>
        <p:txBody>
          <a:bodyPr lIns="182880" tIns="91440" rIns="91440" bIns="91440">
            <a:normAutofit/>
          </a:bodyPr>
          <a:lstStyle>
            <a:lvl1pPr marL="0" indent="0" algn="l">
              <a:lnSpc>
                <a:spcPct val="110000"/>
              </a:lnSpc>
              <a:buNone/>
              <a:defRPr lang="en-US" sz="2000" b="0" kern="1200" cap="none" spc="-100" baseline="0" dirty="0">
                <a:ln w="3175">
                  <a:noFill/>
                </a:ln>
                <a:solidFill>
                  <a:schemeClr val="bg1"/>
                </a:solidFill>
                <a:effectLst/>
                <a:latin typeface="+mj-lt"/>
                <a:ea typeface="+mn-ea"/>
                <a:cs typeface="Arial" charset="0"/>
              </a:defRPr>
            </a:lvl1pPr>
            <a:lvl2pPr marL="685800" indent="-225425" algn="l">
              <a:lnSpc>
                <a:spcPct val="110000"/>
              </a:lnSpc>
              <a:defRPr sz="1400">
                <a:solidFill>
                  <a:srgbClr val="3F3F3F"/>
                </a:solidFill>
                <a:latin typeface="+mn-lt"/>
                <a:cs typeface="Segoe UI Semibold"/>
              </a:defRPr>
            </a:lvl2pPr>
            <a:lvl3pPr marL="1028700" indent="-228600" algn="l">
              <a:lnSpc>
                <a:spcPct val="110000"/>
              </a:lnSpc>
              <a:defRPr sz="1400">
                <a:solidFill>
                  <a:srgbClr val="3F3F3F"/>
                </a:solidFill>
                <a:latin typeface="+mn-lt"/>
                <a:cs typeface="Segoe UI Semibold"/>
              </a:defRPr>
            </a:lvl3pPr>
            <a:lvl4pPr marL="1371600" indent="-228600" algn="l">
              <a:lnSpc>
                <a:spcPct val="110000"/>
              </a:lnSpc>
              <a:defRPr sz="1400">
                <a:solidFill>
                  <a:srgbClr val="3F3F3F"/>
                </a:solidFill>
                <a:latin typeface="+mn-lt"/>
                <a:cs typeface="Segoe UI Semibold"/>
              </a:defRPr>
            </a:lvl4pPr>
            <a:lvl5pPr marL="1714500" indent="-228600" algn="l">
              <a:lnSpc>
                <a:spcPct val="110000"/>
              </a:lnSpc>
              <a:defRPr sz="1400">
                <a:solidFill>
                  <a:srgbClr val="3F3F3F"/>
                </a:solidFill>
                <a:latin typeface="+mn-lt"/>
                <a:cs typeface="Segoe UI Semibold"/>
              </a:defRPr>
            </a:lvl5pPr>
          </a:lstStyle>
          <a:p>
            <a:pPr lvl="0"/>
            <a:endParaRPr lang="en-US"/>
          </a:p>
        </p:txBody>
      </p:sp>
      <p:pic>
        <p:nvPicPr>
          <p:cNvPr id="9" name="Picture Placeholder 5" descr="MSFT_logo_rgb_C-Wht.png"/>
          <p:cNvPicPr>
            <a:picLocks noChangeAspect="1"/>
          </p:cNvPicPr>
          <p:nvPr userDrawn="1"/>
        </p:nvPicPr>
        <p:blipFill>
          <a:blip r:embed="rId2">
            <a:extLst>
              <a:ext uri="{28A0092B-C50C-407E-A947-70E740481C1C}">
                <a14:useLocalDpi xmlns:a14="http://schemas.microsoft.com/office/drawing/2010/main" val="0"/>
              </a:ext>
            </a:extLst>
          </a:blip>
          <a:srcRect t="160" b="160"/>
          <a:stretch>
            <a:fillRect/>
          </a:stretch>
        </p:blipFill>
        <p:spPr>
          <a:xfrm>
            <a:off x="0" y="0"/>
            <a:ext cx="1143000" cy="419862"/>
          </a:xfrm>
          <a:prstGeom prst="rect">
            <a:avLst/>
          </a:prstGeom>
        </p:spPr>
      </p:pic>
    </p:spTree>
    <p:extLst>
      <p:ext uri="{BB962C8B-B14F-4D97-AF65-F5344CB8AC3E}">
        <p14:creationId xmlns:p14="http://schemas.microsoft.com/office/powerpoint/2010/main" val="45965370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nd Slide 2">
    <p:spTree>
      <p:nvGrpSpPr>
        <p:cNvPr id="1" name=""/>
        <p:cNvGrpSpPr/>
        <p:nvPr/>
      </p:nvGrpSpPr>
      <p:grpSpPr>
        <a:xfrm>
          <a:off x="0" y="0"/>
          <a:ext cx="0" cy="0"/>
          <a:chOff x="0" y="0"/>
          <a:chExt cx="0" cy="0"/>
        </a:xfrm>
      </p:grpSpPr>
      <p:pic>
        <p:nvPicPr>
          <p:cNvPr id="11" name="Picture Placeholder 4" descr="MSFT_logo_rgb_C-Wht_D.png"/>
          <p:cNvPicPr>
            <a:picLocks noChangeAspect="1"/>
          </p:cNvPicPr>
          <p:nvPr userDrawn="1"/>
        </p:nvPicPr>
        <p:blipFill>
          <a:blip r:embed="rId2">
            <a:extLst>
              <a:ext uri="{28A0092B-C50C-407E-A947-70E740481C1C}">
                <a14:useLocalDpi xmlns:a14="http://schemas.microsoft.com/office/drawing/2010/main" val="0"/>
              </a:ext>
            </a:extLst>
          </a:blip>
          <a:srcRect t="160" b="160"/>
          <a:stretch>
            <a:fillRect/>
          </a:stretch>
        </p:blipFill>
        <p:spPr>
          <a:xfrm>
            <a:off x="0" y="0"/>
            <a:ext cx="1143000" cy="419862"/>
          </a:xfrm>
          <a:prstGeom prst="rect">
            <a:avLst/>
          </a:prstGeom>
        </p:spPr>
      </p:pic>
      <p:sp>
        <p:nvSpPr>
          <p:cNvPr id="13" name="TextBox 12"/>
          <p:cNvSpPr txBox="1"/>
          <p:nvPr userDrawn="1"/>
        </p:nvSpPr>
        <p:spPr>
          <a:xfrm>
            <a:off x="7336427" y="99991"/>
            <a:ext cx="1502362" cy="230832"/>
          </a:xfrm>
          <a:prstGeom prst="rect">
            <a:avLst/>
          </a:prstGeom>
          <a:noFill/>
        </p:spPr>
        <p:txBody>
          <a:bodyPr wrap="square" rtlCol="0">
            <a:spAutoFit/>
          </a:bodyPr>
          <a:lstStyle/>
          <a:p>
            <a:pPr algn="r"/>
            <a:r>
              <a:rPr lang="en-US" sz="900">
                <a:solidFill>
                  <a:schemeClr val="bg1"/>
                </a:solidFill>
                <a:latin typeface="Segoe UI" pitchFamily="34" charset="0"/>
                <a:ea typeface="Segoe UI" pitchFamily="34" charset="0"/>
                <a:cs typeface="Segoe UI" pitchFamily="34" charset="0"/>
              </a:rPr>
              <a:t>Microsoft Confidential</a:t>
            </a:r>
          </a:p>
        </p:txBody>
      </p:sp>
      <p:sp>
        <p:nvSpPr>
          <p:cNvPr id="14" name="TextBox 13"/>
          <p:cNvSpPr txBox="1"/>
          <p:nvPr userDrawn="1"/>
        </p:nvSpPr>
        <p:spPr>
          <a:xfrm>
            <a:off x="99407" y="4405657"/>
            <a:ext cx="8815993" cy="656590"/>
          </a:xfrm>
          <a:prstGeom prst="rect">
            <a:avLst/>
          </a:prstGeom>
          <a:noFill/>
        </p:spPr>
        <p:txBody>
          <a:bodyPr wrap="square" rtlCol="0">
            <a:spAutoFit/>
          </a:bodyPr>
          <a:lstStyle/>
          <a:p>
            <a:pPr>
              <a:lnSpc>
                <a:spcPts val="1060"/>
              </a:lnSpc>
            </a:pPr>
            <a:r>
              <a:rPr lang="en-US" sz="800" kern="1200">
                <a:solidFill>
                  <a:schemeClr val="bg1"/>
                </a:solidFill>
                <a:latin typeface="+mn-lt"/>
                <a:ea typeface="+mn-ea"/>
                <a:cs typeface="+mn-cs"/>
              </a:rPr>
              <a:t>© 2013 Microsoft Corporation. All rights reserved. Microsoft, Windows</a:t>
            </a:r>
            <a:r>
              <a:rPr lang="en-US" sz="800" kern="1200" baseline="0">
                <a:solidFill>
                  <a:schemeClr val="bg1"/>
                </a:solidFill>
                <a:latin typeface="+mn-lt"/>
                <a:ea typeface="+mn-ea"/>
                <a:cs typeface="+mn-cs"/>
              </a:rPr>
              <a:t>, </a:t>
            </a:r>
            <a:r>
              <a:rPr lang="en-US" sz="800" kern="1200">
                <a:solidFill>
                  <a:schemeClr val="bg1"/>
                </a:solidFill>
                <a:latin typeface="+mn-lt"/>
                <a:ea typeface="+mn-ea"/>
                <a:cs typeface="+mn-cs"/>
              </a:rPr>
              <a:t>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800">
              <a:solidFill>
                <a:schemeClr val="bg1"/>
              </a:solidFill>
            </a:endParaRPr>
          </a:p>
        </p:txBody>
      </p:sp>
      <p:sp>
        <p:nvSpPr>
          <p:cNvPr id="7" name="Text Placeholder 9"/>
          <p:cNvSpPr>
            <a:spLocks noGrp="1"/>
          </p:cNvSpPr>
          <p:nvPr>
            <p:ph type="body" sz="quarter" idx="12"/>
          </p:nvPr>
        </p:nvSpPr>
        <p:spPr>
          <a:xfrm>
            <a:off x="0" y="914400"/>
            <a:ext cx="3657600" cy="1828800"/>
          </a:xfrm>
          <a:solidFill>
            <a:srgbClr val="FFFFFF">
              <a:alpha val="90000"/>
            </a:srgbClr>
          </a:solidFill>
        </p:spPr>
        <p:txBody>
          <a:bodyPr lIns="182880" tIns="91440" rIns="91440" bIns="91440">
            <a:normAutofit/>
          </a:bodyPr>
          <a:lstStyle>
            <a:lvl1pPr marL="0" indent="0" algn="l">
              <a:lnSpc>
                <a:spcPct val="110000"/>
              </a:lnSpc>
              <a:buNone/>
              <a:defRPr lang="en-US" sz="2000" b="0" kern="1200" cap="none" spc="-100" baseline="0" dirty="0">
                <a:ln w="3175">
                  <a:noFill/>
                </a:ln>
                <a:solidFill>
                  <a:schemeClr val="tx1"/>
                </a:solidFill>
                <a:effectLst/>
                <a:latin typeface="+mj-lt"/>
                <a:ea typeface="+mn-ea"/>
                <a:cs typeface="Arial" charset="0"/>
              </a:defRPr>
            </a:lvl1pPr>
            <a:lvl2pPr marL="685800" indent="-225425" algn="l">
              <a:lnSpc>
                <a:spcPct val="110000"/>
              </a:lnSpc>
              <a:defRPr sz="1400">
                <a:solidFill>
                  <a:srgbClr val="3F3F3F"/>
                </a:solidFill>
                <a:latin typeface="+mn-lt"/>
                <a:cs typeface="Segoe UI Semibold"/>
              </a:defRPr>
            </a:lvl2pPr>
            <a:lvl3pPr marL="1028700" indent="-228600" algn="l">
              <a:lnSpc>
                <a:spcPct val="110000"/>
              </a:lnSpc>
              <a:defRPr sz="1400">
                <a:solidFill>
                  <a:srgbClr val="3F3F3F"/>
                </a:solidFill>
                <a:latin typeface="+mn-lt"/>
                <a:cs typeface="Segoe UI Semibold"/>
              </a:defRPr>
            </a:lvl3pPr>
            <a:lvl4pPr marL="1371600" indent="-228600" algn="l">
              <a:lnSpc>
                <a:spcPct val="110000"/>
              </a:lnSpc>
              <a:defRPr sz="1400">
                <a:solidFill>
                  <a:srgbClr val="3F3F3F"/>
                </a:solidFill>
                <a:latin typeface="+mn-lt"/>
                <a:cs typeface="Segoe UI Semibold"/>
              </a:defRPr>
            </a:lvl4pPr>
            <a:lvl5pPr marL="1714500" indent="-228600" algn="l">
              <a:lnSpc>
                <a:spcPct val="110000"/>
              </a:lnSpc>
              <a:defRPr sz="1400">
                <a:solidFill>
                  <a:srgbClr val="3F3F3F"/>
                </a:solidFill>
                <a:latin typeface="+mn-lt"/>
                <a:cs typeface="Segoe UI Semibold"/>
              </a:defRPr>
            </a:lvl5pPr>
          </a:lstStyle>
          <a:p>
            <a:pPr lvl="0"/>
            <a:endParaRPr lang="en-US"/>
          </a:p>
        </p:txBody>
      </p:sp>
    </p:spTree>
    <p:extLst>
      <p:ext uri="{BB962C8B-B14F-4D97-AF65-F5344CB8AC3E}">
        <p14:creationId xmlns:p14="http://schemas.microsoft.com/office/powerpoint/2010/main" val="426810812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A73CC1-1A31-4FF5-AE3D-4B62364BBA87}"/>
              </a:ext>
            </a:extLst>
          </p:cNvPr>
          <p:cNvSpPr>
            <a:spLocks noGrp="1"/>
          </p:cNvSpPr>
          <p:nvPr>
            <p:ph type="sldNum" sz="quarter" idx="10"/>
          </p:nvPr>
        </p:nvSpPr>
        <p:spPr/>
        <p:txBody>
          <a:bodyPr/>
          <a:lstStyle/>
          <a:p>
            <a:fld id="{74A398B2-5A34-1A4A-811E-F4027282568C}" type="slidenum">
              <a:rPr lang="en-US" smtClean="0"/>
              <a:pPr/>
              <a:t>‹#›</a:t>
            </a:fld>
            <a:endParaRPr lang="en-US"/>
          </a:p>
        </p:txBody>
      </p:sp>
    </p:spTree>
    <p:extLst>
      <p:ext uri="{BB962C8B-B14F-4D97-AF65-F5344CB8AC3E}">
        <p14:creationId xmlns:p14="http://schemas.microsoft.com/office/powerpoint/2010/main" val="1153411518"/>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1738938"/>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18466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942AA702-97F7-489F-A550-DFCD5D259928}" type="datetimeFigureOut">
              <a:rPr lang="en-US" smtClean="0"/>
              <a:t>6/21/2022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C740F7-2482-487C-98A8-0B6E79BA91EC}" type="slidenum">
              <a:rPr lang="en-US" smtClean="0"/>
              <a:t>‹#›</a:t>
            </a:fld>
            <a:endParaRPr lang="en-US"/>
          </a:p>
        </p:txBody>
      </p:sp>
    </p:spTree>
    <p:extLst>
      <p:ext uri="{BB962C8B-B14F-4D97-AF65-F5344CB8AC3E}">
        <p14:creationId xmlns:p14="http://schemas.microsoft.com/office/powerpoint/2010/main" val="18140880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AA3D8A8-EFDD-1D41-9BED-A640BB6E77CF}"/>
              </a:ext>
            </a:extLst>
          </p:cNvPr>
          <p:cNvSpPr>
            <a:spLocks noGrp="1"/>
          </p:cNvSpPr>
          <p:nvPr>
            <p:ph type="title"/>
          </p:nvPr>
        </p:nvSpPr>
        <p:spPr>
          <a:xfrm>
            <a:off x="441197" y="304800"/>
            <a:ext cx="8263890" cy="415499"/>
          </a:xfrm>
          <a:prstGeom prst="rect">
            <a:avLst/>
          </a:prstGeom>
        </p:spPr>
        <p:txBody>
          <a:bodyPr/>
          <a:lstStyle>
            <a:lvl1pPr>
              <a:defRPr sz="2700">
                <a:latin typeface="Segoe UI Semibold" panose="020B0702040204020203" pitchFamily="34" charset="0"/>
                <a:cs typeface="Segoe UI Semibold" panose="020B0702040204020203" pitchFamily="34" charset="0"/>
              </a:defRPr>
            </a:lvl1pPr>
          </a:lstStyle>
          <a:p>
            <a:r>
              <a:rPr lang="en-US"/>
              <a:t>Click to edit Master title style</a:t>
            </a:r>
          </a:p>
        </p:txBody>
      </p:sp>
    </p:spTree>
    <p:extLst>
      <p:ext uri="{BB962C8B-B14F-4D97-AF65-F5344CB8AC3E}">
        <p14:creationId xmlns:p14="http://schemas.microsoft.com/office/powerpoint/2010/main" val="2367919498"/>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81DBBB-9E5B-4FB9-94D2-3CBA5D10C128}"/>
              </a:ext>
            </a:extLst>
          </p:cNvPr>
          <p:cNvSpPr/>
          <p:nvPr userDrawn="1"/>
        </p:nvSpPr>
        <p:spPr bwMode="auto">
          <a:xfrm>
            <a:off x="0" y="4590057"/>
            <a:ext cx="9143533" cy="553444"/>
          </a:xfrm>
          <a:prstGeom prst="rect">
            <a:avLst/>
          </a:prstGeom>
          <a:gradFill>
            <a:gsLst>
              <a:gs pos="72000">
                <a:srgbClr val="070301">
                  <a:alpha val="76000"/>
                </a:srgbClr>
              </a:gs>
              <a:gs pos="0">
                <a:srgbClr val="070301">
                  <a:alpha val="0"/>
                </a:srgb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marL="0" marR="0" lvl="0" indent="0" algn="ctr" defTabSz="685647" rtl="0" eaLnBrk="1" fontAlgn="base" latinLnBrk="0" hangingPunct="1">
              <a:lnSpc>
                <a:spcPct val="90000"/>
              </a:lnSpc>
              <a:spcBef>
                <a:spcPct val="0"/>
              </a:spcBef>
              <a:spcAft>
                <a:spcPct val="0"/>
              </a:spcAft>
              <a:buClrTx/>
              <a:buSzTx/>
              <a:buFontTx/>
              <a:buNone/>
              <a:tabLst/>
              <a:defRPr/>
            </a:pPr>
            <a:endParaRPr kumimoji="0" lang="en-US" sz="1765"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37E386E2-7A8F-4173-8694-04778FA95F5E}"/>
              </a:ext>
            </a:extLst>
          </p:cNvPr>
          <p:cNvSpPr/>
          <p:nvPr userDrawn="1"/>
        </p:nvSpPr>
        <p:spPr bwMode="auto">
          <a:xfrm>
            <a:off x="0" y="-1"/>
            <a:ext cx="2689274" cy="2017242"/>
          </a:xfrm>
          <a:prstGeom prst="rect">
            <a:avLst/>
          </a:prstGeom>
          <a:gradFill flip="none" rotWithShape="1">
            <a:gsLst>
              <a:gs pos="96000">
                <a:srgbClr val="070301">
                  <a:alpha val="76000"/>
                </a:srgbClr>
              </a:gs>
              <a:gs pos="51000">
                <a:srgbClr val="070301">
                  <a:alpha val="0"/>
                </a:srgbClr>
              </a:gs>
            </a:gsLst>
            <a:lin ang="135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marL="0" marR="0" lvl="0" indent="0" algn="ctr" defTabSz="685647" rtl="0" eaLnBrk="1" fontAlgn="base" latinLnBrk="0" hangingPunct="1">
              <a:lnSpc>
                <a:spcPct val="90000"/>
              </a:lnSpc>
              <a:spcBef>
                <a:spcPct val="0"/>
              </a:spcBef>
              <a:spcAft>
                <a:spcPct val="0"/>
              </a:spcAft>
              <a:buClrTx/>
              <a:buSzTx/>
              <a:buFontTx/>
              <a:buNone/>
              <a:tabLst/>
              <a:defRPr/>
            </a:pPr>
            <a:endParaRPr kumimoji="0" lang="en-US" sz="1765"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5" name="Picture 4">
            <a:extLst>
              <a:ext uri="{FF2B5EF4-FFF2-40B4-BE49-F238E27FC236}">
                <a16:creationId xmlns:a16="http://schemas.microsoft.com/office/drawing/2014/main" id="{5393ACD6-D21D-4E2C-9805-2600826BCE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92358" y="219613"/>
            <a:ext cx="1351360" cy="497160"/>
          </a:xfrm>
          <a:prstGeom prst="rect">
            <a:avLst/>
          </a:prstGeom>
        </p:spPr>
      </p:pic>
      <p:sp>
        <p:nvSpPr>
          <p:cNvPr id="6" name="Freeform: Shape 5">
            <a:extLst>
              <a:ext uri="{FF2B5EF4-FFF2-40B4-BE49-F238E27FC236}">
                <a16:creationId xmlns:a16="http://schemas.microsoft.com/office/drawing/2014/main" id="{481EFD21-132D-4D76-8206-147D70681E2D}"/>
              </a:ext>
            </a:extLst>
          </p:cNvPr>
          <p:cNvSpPr>
            <a:spLocks noChangeAspect="1"/>
          </p:cNvSpPr>
          <p:nvPr userDrawn="1"/>
        </p:nvSpPr>
        <p:spPr bwMode="auto">
          <a:xfrm>
            <a:off x="-1" y="1563140"/>
            <a:ext cx="6924882" cy="1344828"/>
          </a:xfrm>
          <a:custGeom>
            <a:avLst/>
            <a:gdLst>
              <a:gd name="connsiteX0" fmla="*/ 0 w 9418320"/>
              <a:gd name="connsiteY0" fmla="*/ 0 h 1828800"/>
              <a:gd name="connsiteX1" fmla="*/ 1883665 w 9418320"/>
              <a:gd name="connsiteY1" fmla="*/ 0 h 1828800"/>
              <a:gd name="connsiteX2" fmla="*/ 7172418 w 9418320"/>
              <a:gd name="connsiteY2" fmla="*/ 0 h 1828800"/>
              <a:gd name="connsiteX3" fmla="*/ 7534655 w 9418320"/>
              <a:gd name="connsiteY3" fmla="*/ 0 h 1828800"/>
              <a:gd name="connsiteX4" fmla="*/ 9056083 w 9418320"/>
              <a:gd name="connsiteY4" fmla="*/ 0 h 1828800"/>
              <a:gd name="connsiteX5" fmla="*/ 9418320 w 9418320"/>
              <a:gd name="connsiteY5" fmla="*/ 0 h 1828800"/>
              <a:gd name="connsiteX6" fmla="*/ 9059731 w 9418320"/>
              <a:gd name="connsiteY6" fmla="*/ 1828800 h 1828800"/>
              <a:gd name="connsiteX7" fmla="*/ 8697494 w 9418320"/>
              <a:gd name="connsiteY7" fmla="*/ 1828800 h 1828800"/>
              <a:gd name="connsiteX8" fmla="*/ 7176066 w 9418320"/>
              <a:gd name="connsiteY8" fmla="*/ 1828800 h 1828800"/>
              <a:gd name="connsiteX9" fmla="*/ 6813830 w 9418320"/>
              <a:gd name="connsiteY9" fmla="*/ 1828800 h 1828800"/>
              <a:gd name="connsiteX10" fmla="*/ 1883665 w 9418320"/>
              <a:gd name="connsiteY10" fmla="*/ 1828800 h 1828800"/>
              <a:gd name="connsiteX11" fmla="*/ 0 w 9418320"/>
              <a:gd name="connsiteY11" fmla="*/ 182880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18320" h="1828800">
                <a:moveTo>
                  <a:pt x="0" y="0"/>
                </a:moveTo>
                <a:lnTo>
                  <a:pt x="1883665" y="0"/>
                </a:lnTo>
                <a:lnTo>
                  <a:pt x="7172418" y="0"/>
                </a:lnTo>
                <a:lnTo>
                  <a:pt x="7534655" y="0"/>
                </a:lnTo>
                <a:lnTo>
                  <a:pt x="9056083" y="0"/>
                </a:lnTo>
                <a:lnTo>
                  <a:pt x="9418320" y="0"/>
                </a:lnTo>
                <a:lnTo>
                  <a:pt x="9059731" y="1828800"/>
                </a:lnTo>
                <a:lnTo>
                  <a:pt x="8697494" y="1828800"/>
                </a:lnTo>
                <a:lnTo>
                  <a:pt x="7176066" y="1828800"/>
                </a:lnTo>
                <a:lnTo>
                  <a:pt x="6813830" y="1828800"/>
                </a:lnTo>
                <a:lnTo>
                  <a:pt x="1883665" y="1828800"/>
                </a:lnTo>
                <a:lnTo>
                  <a:pt x="0" y="1828800"/>
                </a:lnTo>
                <a:close/>
              </a:path>
            </a:pathLst>
          </a:custGeom>
          <a:solidFill>
            <a:srgbClr val="5C2D91">
              <a:alpha val="8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marL="0" marR="0" lvl="0" indent="0" algn="ctr" defTabSz="685647" rtl="0" eaLnBrk="1" fontAlgn="base" latinLnBrk="0" hangingPunct="1">
              <a:lnSpc>
                <a:spcPct val="90000"/>
              </a:lnSpc>
              <a:spcBef>
                <a:spcPct val="0"/>
              </a:spcBef>
              <a:spcAft>
                <a:spcPct val="0"/>
              </a:spcAft>
              <a:buClrTx/>
              <a:buSzTx/>
              <a:buFontTx/>
              <a:buNone/>
              <a:tabLst/>
              <a:defRPr/>
            </a:pPr>
            <a:endParaRPr kumimoji="0" lang="en-US" sz="1765"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itle 12">
            <a:extLst>
              <a:ext uri="{FF2B5EF4-FFF2-40B4-BE49-F238E27FC236}">
                <a16:creationId xmlns:a16="http://schemas.microsoft.com/office/drawing/2014/main" id="{85E3F0F8-4BBD-4F35-87FB-0C309CF0F2E8}"/>
              </a:ext>
            </a:extLst>
          </p:cNvPr>
          <p:cNvSpPr>
            <a:spLocks noGrp="1"/>
          </p:cNvSpPr>
          <p:nvPr>
            <p:ph type="title"/>
          </p:nvPr>
        </p:nvSpPr>
        <p:spPr>
          <a:xfrm>
            <a:off x="201930" y="1695279"/>
            <a:ext cx="6050867" cy="674749"/>
          </a:xfrm>
        </p:spPr>
        <p:txBody>
          <a:bodyPr anchor="t" anchorCtr="0"/>
          <a:lstStyle>
            <a:lvl1pPr>
              <a:defRPr lang="en-US" sz="3529" b="0" kern="1200" cap="none" spc="-74" baseline="0" dirty="0">
                <a:ln w="3175">
                  <a:noFill/>
                </a:ln>
                <a:gradFill>
                  <a:gsLst>
                    <a:gs pos="0">
                      <a:schemeClr val="bg1"/>
                    </a:gs>
                    <a:gs pos="100000">
                      <a:schemeClr val="bg1"/>
                    </a:gs>
                  </a:gsLst>
                  <a:lin ang="5400000" scaled="0"/>
                </a:gradFill>
                <a:effectLst/>
                <a:latin typeface="+mj-lt"/>
                <a:ea typeface="+mn-ea"/>
                <a:cs typeface="Segoe UI" pitchFamily="34" charset="0"/>
              </a:defRPr>
            </a:lvl1pPr>
          </a:lstStyle>
          <a:p>
            <a:pPr marL="0" lvl="0" algn="l" defTabSz="685845" rtl="0" eaLnBrk="1" latinLnBrk="0" hangingPunct="1">
              <a:lnSpc>
                <a:spcPct val="90000"/>
              </a:lnSpc>
              <a:spcBef>
                <a:spcPct val="0"/>
              </a:spcBef>
              <a:buNone/>
              <a:defRPr/>
            </a:pPr>
            <a:r>
              <a:rPr lang="en-US"/>
              <a:t>Click to edit Master title style</a:t>
            </a:r>
          </a:p>
        </p:txBody>
      </p:sp>
    </p:spTree>
    <p:extLst>
      <p:ext uri="{BB962C8B-B14F-4D97-AF65-F5344CB8AC3E}">
        <p14:creationId xmlns:p14="http://schemas.microsoft.com/office/powerpoint/2010/main" val="2733076006"/>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9" name="Title 1"/>
          <p:cNvSpPr>
            <a:spLocks noGrp="1"/>
          </p:cNvSpPr>
          <p:nvPr>
            <p:ph type="title"/>
          </p:nvPr>
        </p:nvSpPr>
        <p:spPr>
          <a:xfrm>
            <a:off x="0" y="914400"/>
            <a:ext cx="1828800" cy="1828800"/>
          </a:xfrm>
          <a:prstGeom prst="rect">
            <a:avLst/>
          </a:prstGeom>
          <a:solidFill>
            <a:srgbClr val="0A5BBA">
              <a:alpha val="89804"/>
            </a:srgbClr>
          </a:solidFill>
        </p:spPr>
        <p:txBody>
          <a:bodyPr lIns="182880" tIns="91440" rIns="91440" bIns="91440">
            <a:normAutofit/>
          </a:bodyPr>
          <a:lstStyle>
            <a:lvl1pPr>
              <a:defRPr sz="2000" baseline="0">
                <a:solidFill>
                  <a:schemeClr val="bg1"/>
                </a:solidFill>
                <a:latin typeface="+mn-lt"/>
              </a:defRPr>
            </a:lvl1pPr>
          </a:lstStyle>
          <a:p>
            <a:pPr lvl="0"/>
            <a:endParaRPr lang="en-US"/>
          </a:p>
        </p:txBody>
      </p:sp>
      <p:sp>
        <p:nvSpPr>
          <p:cNvPr id="4" name="Slide Number Placeholder 2"/>
          <p:cNvSpPr>
            <a:spLocks noGrp="1"/>
          </p:cNvSpPr>
          <p:nvPr>
            <p:ph type="sldNum" sz="quarter" idx="11"/>
          </p:nvPr>
        </p:nvSpPr>
        <p:spPr>
          <a:xfrm>
            <a:off x="6781800" y="4767264"/>
            <a:ext cx="2133600" cy="273844"/>
          </a:xfrm>
        </p:spPr>
        <p:txBody>
          <a:bodyPr/>
          <a:lstStyle>
            <a:lvl1pPr>
              <a:defRPr sz="800">
                <a:solidFill>
                  <a:schemeClr val="tx1"/>
                </a:solidFill>
              </a:defRPr>
            </a:lvl1pPr>
          </a:lstStyle>
          <a:p>
            <a:fld id="{74A398B2-5A34-1A4A-811E-F4027282568C}" type="slidenum">
              <a:rPr lang="en-US" smtClean="0"/>
              <a:pPr/>
              <a:t>‹#›</a:t>
            </a:fld>
            <a:endParaRPr lang="en-US"/>
          </a:p>
        </p:txBody>
      </p:sp>
      <p:sp>
        <p:nvSpPr>
          <p:cNvPr id="5" name="Content Placeholder 2"/>
          <p:cNvSpPr>
            <a:spLocks noGrp="1"/>
          </p:cNvSpPr>
          <p:nvPr>
            <p:ph idx="1"/>
          </p:nvPr>
        </p:nvSpPr>
        <p:spPr>
          <a:xfrm>
            <a:off x="1828800" y="914400"/>
            <a:ext cx="6858000" cy="3657600"/>
          </a:xfrm>
          <a:noFill/>
        </p:spPr>
        <p:txBody>
          <a:bodyPr lIns="182880" tIns="91440" rIns="91440" bIns="91440">
            <a:normAutofit/>
          </a:bodyPr>
          <a:lstStyle>
            <a:lvl1pPr marL="228594" indent="-228594">
              <a:lnSpc>
                <a:spcPct val="100000"/>
              </a:lnSpc>
              <a:buFont typeface="Arial" pitchFamily="34" charset="0"/>
              <a:buChar char="•"/>
              <a:defRPr/>
            </a:lvl1pPr>
            <a:lvl2pPr marL="457189" indent="-225419">
              <a:lnSpc>
                <a:spcPct val="100000"/>
              </a:lnSpc>
              <a:buFont typeface="Arial" pitchFamily="34" charset="0"/>
              <a:buChar char="•"/>
              <a:defRPr/>
            </a:lvl2pPr>
            <a:lvl3pPr marL="685783" indent="-228594">
              <a:lnSpc>
                <a:spcPct val="100000"/>
              </a:lnSpc>
              <a:buFont typeface="Arial" pitchFamily="34" charset="0"/>
              <a:buChar char="•"/>
              <a:defRPr/>
            </a:lvl3pPr>
            <a:lvl4pPr marL="914378" indent="-228594">
              <a:lnSpc>
                <a:spcPct val="100000"/>
              </a:lnSpc>
              <a:buFont typeface="Arial" pitchFamily="34" charset="0"/>
              <a:buChar char="•"/>
              <a:defRPr/>
            </a:lvl4pPr>
            <a:lvl5pPr marL="1142972" indent="-228594">
              <a:lnSpc>
                <a:spcPct val="100000"/>
              </a:lnSpc>
              <a:buFont typeface="Arial" pitchFamily="34" charset="0"/>
              <a:buChar char="•"/>
              <a:defRPr/>
            </a:lvl5pPr>
            <a:lvl6pPr>
              <a:lnSpc>
                <a:spcPct val="100000"/>
              </a:lnSpc>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279862039"/>
      </p:ext>
    </p:extLst>
  </p:cSld>
  <p:clrMapOvr>
    <a:masterClrMapping/>
  </p:clrMapOvr>
  <p:transition>
    <p:fade/>
  </p:transition>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9" name="Title 1"/>
          <p:cNvSpPr>
            <a:spLocks noGrp="1"/>
          </p:cNvSpPr>
          <p:nvPr>
            <p:ph type="title"/>
          </p:nvPr>
        </p:nvSpPr>
        <p:spPr>
          <a:xfrm>
            <a:off x="0" y="914400"/>
            <a:ext cx="1828800" cy="1828800"/>
          </a:xfrm>
          <a:prstGeom prst="rect">
            <a:avLst/>
          </a:prstGeom>
          <a:solidFill>
            <a:srgbClr val="0A5BBA">
              <a:alpha val="89804"/>
            </a:srgbClr>
          </a:solidFill>
        </p:spPr>
        <p:txBody>
          <a:bodyPr lIns="182880" tIns="91440" rIns="91440" bIns="91440">
            <a:normAutofit/>
          </a:bodyPr>
          <a:lstStyle>
            <a:lvl1pPr>
              <a:defRPr sz="2000" baseline="0">
                <a:solidFill>
                  <a:schemeClr val="bg1"/>
                </a:solidFill>
                <a:latin typeface="+mn-lt"/>
              </a:defRPr>
            </a:lvl1pPr>
          </a:lstStyle>
          <a:p>
            <a:pPr lvl="0"/>
            <a:endParaRPr lang="en-US"/>
          </a:p>
        </p:txBody>
      </p:sp>
      <p:sp>
        <p:nvSpPr>
          <p:cNvPr id="4" name="Slide Number Placeholder 2"/>
          <p:cNvSpPr>
            <a:spLocks noGrp="1"/>
          </p:cNvSpPr>
          <p:nvPr>
            <p:ph type="sldNum" sz="quarter" idx="11"/>
          </p:nvPr>
        </p:nvSpPr>
        <p:spPr>
          <a:xfrm>
            <a:off x="6781800" y="4767263"/>
            <a:ext cx="2133600" cy="273844"/>
          </a:xfrm>
        </p:spPr>
        <p:txBody>
          <a:bodyPr/>
          <a:lstStyle>
            <a:lvl1pPr>
              <a:defRPr sz="800">
                <a:solidFill>
                  <a:schemeClr val="tx1"/>
                </a:solidFill>
              </a:defRPr>
            </a:lvl1pPr>
          </a:lstStyle>
          <a:p>
            <a:fld id="{74A398B2-5A34-1A4A-811E-F4027282568C}" type="slidenum">
              <a:rPr lang="en-US" smtClean="0"/>
              <a:pPr/>
              <a:t>‹#›</a:t>
            </a:fld>
            <a:endParaRPr lang="en-US"/>
          </a:p>
        </p:txBody>
      </p:sp>
      <p:sp>
        <p:nvSpPr>
          <p:cNvPr id="5" name="Content Placeholder 2"/>
          <p:cNvSpPr>
            <a:spLocks noGrp="1"/>
          </p:cNvSpPr>
          <p:nvPr>
            <p:ph idx="1"/>
          </p:nvPr>
        </p:nvSpPr>
        <p:spPr>
          <a:xfrm>
            <a:off x="1828800" y="914400"/>
            <a:ext cx="6858000" cy="3657600"/>
          </a:xfrm>
          <a:noFill/>
        </p:spPr>
        <p:txBody>
          <a:bodyPr lIns="182880" tIns="91440" rIns="91440" bIns="91440">
            <a:normAutofit/>
          </a:bodyPr>
          <a:lstStyle>
            <a:lvl1pPr marL="228600" indent="-228600">
              <a:lnSpc>
                <a:spcPct val="100000"/>
              </a:lnSpc>
              <a:buFont typeface="Arial" pitchFamily="34" charset="0"/>
              <a:buChar char="•"/>
              <a:defRPr/>
            </a:lvl1pPr>
            <a:lvl2pPr marL="457200" indent="-225425">
              <a:lnSpc>
                <a:spcPct val="100000"/>
              </a:lnSpc>
              <a:buFont typeface="Arial" pitchFamily="34" charset="0"/>
              <a:buChar char="•"/>
              <a:defRPr/>
            </a:lvl2pPr>
            <a:lvl3pPr marL="685800" indent="-228600">
              <a:lnSpc>
                <a:spcPct val="100000"/>
              </a:lnSpc>
              <a:buFont typeface="Arial" pitchFamily="34" charset="0"/>
              <a:buChar char="•"/>
              <a:defRPr/>
            </a:lvl3pPr>
            <a:lvl4pPr marL="914400" indent="-228600">
              <a:lnSpc>
                <a:spcPct val="100000"/>
              </a:lnSpc>
              <a:buFont typeface="Arial" pitchFamily="34" charset="0"/>
              <a:buChar char="•"/>
              <a:defRPr/>
            </a:lvl4pPr>
            <a:lvl5pPr marL="1143000" indent="-228600">
              <a:lnSpc>
                <a:spcPct val="100000"/>
              </a:lnSpc>
              <a:buFont typeface="Arial" pitchFamily="34" charset="0"/>
              <a:buChar char="•"/>
              <a:defRPr/>
            </a:lvl5pPr>
            <a:lvl6pPr>
              <a:lnSpc>
                <a:spcPct val="100000"/>
              </a:lnSpc>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279862039"/>
      </p:ext>
    </p:extLst>
  </p:cSld>
  <p:clrMapOvr>
    <a:masterClrMapping/>
  </p:clrMapOvr>
  <p:transition>
    <p:fade/>
  </p:transition>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Purple Ba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E367046-1AE4-4B4F-8C80-42E96458C741}"/>
              </a:ext>
            </a:extLst>
          </p:cNvPr>
          <p:cNvSpPr/>
          <p:nvPr/>
        </p:nvSpPr>
        <p:spPr>
          <a:xfrm>
            <a:off x="649" y="0"/>
            <a:ext cx="9143533" cy="907759"/>
          </a:xfrm>
          <a:prstGeom prst="rect">
            <a:avLst/>
          </a:prstGeom>
          <a:solidFill>
            <a:srgbClr val="32145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739"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ysClr val="windowText" lastClr="000000"/>
              </a:solidFill>
              <a:effectLst/>
              <a:uLnTx/>
              <a:uFillTx/>
              <a:latin typeface="Segoe UI"/>
              <a:ea typeface="+mn-ea"/>
              <a:cs typeface="+mn-cs"/>
            </a:endParaRPr>
          </a:p>
        </p:txBody>
      </p:sp>
      <p:sp>
        <p:nvSpPr>
          <p:cNvPr id="6" name="Freeform: Shape 5">
            <a:extLst>
              <a:ext uri="{FF2B5EF4-FFF2-40B4-BE49-F238E27FC236}">
                <a16:creationId xmlns:a16="http://schemas.microsoft.com/office/drawing/2014/main" id="{F83599BF-6D64-4C06-B94D-2B57624FF68D}"/>
              </a:ext>
            </a:extLst>
          </p:cNvPr>
          <p:cNvSpPr/>
          <p:nvPr/>
        </p:nvSpPr>
        <p:spPr bwMode="auto">
          <a:xfrm>
            <a:off x="8275547" y="0"/>
            <a:ext cx="868453" cy="907759"/>
          </a:xfrm>
          <a:custGeom>
            <a:avLst/>
            <a:gdLst>
              <a:gd name="connsiteX0" fmla="*/ 242047 w 1181156"/>
              <a:gd name="connsiteY0" fmla="*/ 0 h 1234440"/>
              <a:gd name="connsiteX1" fmla="*/ 1181156 w 1181156"/>
              <a:gd name="connsiteY1" fmla="*/ 0 h 1234440"/>
              <a:gd name="connsiteX2" fmla="*/ 1181156 w 1181156"/>
              <a:gd name="connsiteY2" fmla="*/ 1234440 h 1234440"/>
              <a:gd name="connsiteX3" fmla="*/ 0 w 1181156"/>
              <a:gd name="connsiteY3" fmla="*/ 1234440 h 1234440"/>
            </a:gdLst>
            <a:ahLst/>
            <a:cxnLst>
              <a:cxn ang="0">
                <a:pos x="connsiteX0" y="connsiteY0"/>
              </a:cxn>
              <a:cxn ang="0">
                <a:pos x="connsiteX1" y="connsiteY1"/>
              </a:cxn>
              <a:cxn ang="0">
                <a:pos x="connsiteX2" y="connsiteY2"/>
              </a:cxn>
              <a:cxn ang="0">
                <a:pos x="connsiteX3" y="connsiteY3"/>
              </a:cxn>
            </a:cxnLst>
            <a:rect l="l" t="t" r="r" b="b"/>
            <a:pathLst>
              <a:path w="1181156" h="1234440">
                <a:moveTo>
                  <a:pt x="242047" y="0"/>
                </a:moveTo>
                <a:lnTo>
                  <a:pt x="1181156" y="0"/>
                </a:lnTo>
                <a:lnTo>
                  <a:pt x="1181156" y="1234440"/>
                </a:lnTo>
                <a:lnTo>
                  <a:pt x="0" y="1234440"/>
                </a:lnTo>
                <a:close/>
              </a:path>
            </a:pathLst>
          </a:custGeom>
          <a:solidFill>
            <a:srgbClr val="B4A0FF">
              <a:alpha val="5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marL="0" marR="0" lvl="0" indent="0" algn="ctr" defTabSz="685647" rtl="0" eaLnBrk="1" fontAlgn="base" latinLnBrk="0" hangingPunct="1">
              <a:lnSpc>
                <a:spcPct val="90000"/>
              </a:lnSpc>
              <a:spcBef>
                <a:spcPct val="0"/>
              </a:spcBef>
              <a:spcAft>
                <a:spcPct val="0"/>
              </a:spcAft>
              <a:buClrTx/>
              <a:buSzTx/>
              <a:buFontTx/>
              <a:buNone/>
              <a:tabLst/>
              <a:defRPr/>
            </a:pPr>
            <a:endParaRPr kumimoji="0" lang="en-US" sz="1765"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9" name="Text Placeholder 8">
            <a:extLst>
              <a:ext uri="{FF2B5EF4-FFF2-40B4-BE49-F238E27FC236}">
                <a16:creationId xmlns:a16="http://schemas.microsoft.com/office/drawing/2014/main" id="{51A1929E-FD50-4432-A3D3-B5D1F4C47E74}"/>
              </a:ext>
            </a:extLst>
          </p:cNvPr>
          <p:cNvSpPr>
            <a:spLocks noGrp="1"/>
          </p:cNvSpPr>
          <p:nvPr>
            <p:ph type="body" sz="quarter" idx="10"/>
          </p:nvPr>
        </p:nvSpPr>
        <p:spPr>
          <a:xfrm>
            <a:off x="201930" y="219468"/>
            <a:ext cx="8067823" cy="673454"/>
          </a:xfrm>
        </p:spPr>
        <p:txBody>
          <a:bodyPr lIns="146304" tIns="91440" rIns="146304" bIns="91440"/>
          <a:lstStyle>
            <a:lvl1pPr marL="0" indent="0">
              <a:buNone/>
              <a:defRPr lang="en-US" sz="3529" b="0" cap="none" spc="-75" dirty="0" smtClean="0">
                <a:ln w="3175">
                  <a:noFill/>
                </a:ln>
                <a:gradFill>
                  <a:gsLst>
                    <a:gs pos="57576">
                      <a:srgbClr val="FFFFFF"/>
                    </a:gs>
                    <a:gs pos="35000">
                      <a:srgbClr val="FFFFFF"/>
                    </a:gs>
                  </a:gsLst>
                  <a:lin ang="5400000" scaled="0"/>
                </a:gradFill>
                <a:effectLst/>
                <a:cs typeface="Segoe UI" pitchFamily="34" charset="0"/>
              </a:defRPr>
            </a:lvl1pPr>
          </a:lstStyle>
          <a:p>
            <a:pPr marL="252134" lvl="0" indent="-504269">
              <a:spcBef>
                <a:spcPct val="0"/>
              </a:spcBef>
            </a:pPr>
            <a:r>
              <a:rPr lang="en-US"/>
              <a:t>Edit Master text styles</a:t>
            </a:r>
          </a:p>
        </p:txBody>
      </p:sp>
    </p:spTree>
    <p:extLst>
      <p:ext uri="{BB962C8B-B14F-4D97-AF65-F5344CB8AC3E}">
        <p14:creationId xmlns:p14="http://schemas.microsoft.com/office/powerpoint/2010/main" val="493144440"/>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F9BF8CF-B6BF-4D7F-AC3E-BC2410BEA4F3}"/>
              </a:ext>
            </a:extLst>
          </p:cNvPr>
          <p:cNvSpPr txBox="1"/>
          <p:nvPr userDrawn="1"/>
        </p:nvSpPr>
        <p:spPr>
          <a:xfrm>
            <a:off x="7972425" y="4843502"/>
            <a:ext cx="1181100" cy="123111"/>
          </a:xfrm>
          <a:prstGeom prst="rect">
            <a:avLst/>
          </a:prstGeom>
          <a:noFill/>
        </p:spPr>
        <p:txBody>
          <a:bodyPr wrap="square" lIns="0" tIns="0" rIns="0" bIns="0" rtlCol="0">
            <a:spAutoFit/>
          </a:bodyPr>
          <a:lstStyle/>
          <a:p>
            <a:pPr marL="0" marR="0" lvl="0" indent="0" algn="l" defTabSz="9143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Segoe UI Light" panose="020B0502040204020203" pitchFamily="34" charset="0"/>
                <a:ea typeface="+mn-ea"/>
                <a:cs typeface="Segoe UI Light" panose="020B0502040204020203" pitchFamily="34" charset="0"/>
              </a:rPr>
              <a:t>Microsoft Confidential</a:t>
            </a:r>
          </a:p>
        </p:txBody>
      </p:sp>
      <p:pic>
        <p:nvPicPr>
          <p:cNvPr id="10" name="Picture 3" descr="C:\Documents and Settings\Administrator\Desktop\New Folder\Microsoft_logo.png">
            <a:extLst>
              <a:ext uri="{FF2B5EF4-FFF2-40B4-BE49-F238E27FC236}">
                <a16:creationId xmlns:a16="http://schemas.microsoft.com/office/drawing/2014/main" id="{CD2DFB9F-22DB-4DB1-A3CD-6754BB8F3C29}"/>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57200" y="4789428"/>
            <a:ext cx="914400" cy="195224"/>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a:extLst>
              <a:ext uri="{FF2B5EF4-FFF2-40B4-BE49-F238E27FC236}">
                <a16:creationId xmlns:a16="http://schemas.microsoft.com/office/drawing/2014/main" id="{150C2BFA-CF9F-45C8-A71D-EA1D565A6ED2}"/>
              </a:ext>
            </a:extLst>
          </p:cNvPr>
          <p:cNvSpPr>
            <a:spLocks noGrp="1"/>
          </p:cNvSpPr>
          <p:nvPr>
            <p:ph type="title"/>
          </p:nvPr>
        </p:nvSpPr>
        <p:spPr>
          <a:xfrm>
            <a:off x="304800" y="330688"/>
            <a:ext cx="7190277" cy="641747"/>
          </a:xfrm>
          <a:prstGeom prst="rect">
            <a:avLst/>
          </a:prstGeom>
          <a:noFill/>
        </p:spPr>
        <p:txBody>
          <a:bodyPr lIns="182880" tIns="91440" rIns="91440" bIns="91440" anchor="ctr">
            <a:normAutofit/>
          </a:bodyPr>
          <a:lstStyle>
            <a:lvl1pPr>
              <a:defRPr sz="2800" baseline="0">
                <a:solidFill>
                  <a:schemeClr val="bg2">
                    <a:lumMod val="25000"/>
                  </a:schemeClr>
                </a:solidFill>
                <a:latin typeface="+mj-lt"/>
              </a:defRPr>
            </a:lvl1pPr>
          </a:lstStyle>
          <a:p>
            <a:pPr lvl="0"/>
            <a:endParaRPr lang="en-US"/>
          </a:p>
        </p:txBody>
      </p:sp>
      <p:sp>
        <p:nvSpPr>
          <p:cNvPr id="12" name="Rectangle 11">
            <a:extLst>
              <a:ext uri="{FF2B5EF4-FFF2-40B4-BE49-F238E27FC236}">
                <a16:creationId xmlns:a16="http://schemas.microsoft.com/office/drawing/2014/main" id="{A397B418-DE87-42C9-87FA-D2AD8E92CE78}"/>
              </a:ext>
            </a:extLst>
          </p:cNvPr>
          <p:cNvSpPr/>
          <p:nvPr userDrawn="1"/>
        </p:nvSpPr>
        <p:spPr bwMode="auto">
          <a:xfrm flipV="1">
            <a:off x="470658" y="285867"/>
            <a:ext cx="688217" cy="44821"/>
          </a:xfrm>
          <a:prstGeom prst="rect">
            <a:avLst/>
          </a:prstGeom>
          <a:solidFill>
            <a:srgbClr val="2EAC9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algn="ctr" defTabSz="685647" fontAlgn="base">
              <a:lnSpc>
                <a:spcPct val="90000"/>
              </a:lnSpc>
              <a:spcBef>
                <a:spcPct val="0"/>
              </a:spcBef>
              <a:spcAft>
                <a:spcPct val="0"/>
              </a:spcAft>
            </a:pPr>
            <a:endParaRPr lang="en-US" sz="1765" err="1">
              <a:gradFill>
                <a:gsLst>
                  <a:gs pos="0">
                    <a:srgbClr val="FFFFFF"/>
                  </a:gs>
                  <a:gs pos="100000">
                    <a:srgbClr val="FFFFFF"/>
                  </a:gs>
                </a:gsLst>
                <a:lin ang="5400000" scaled="0"/>
              </a:gradFill>
              <a:latin typeface="Segoe UI"/>
              <a:ea typeface="Segoe UI" pitchFamily="34" charset="0"/>
              <a:cs typeface="Segoe UI" pitchFamily="34" charset="0"/>
            </a:endParaRPr>
          </a:p>
        </p:txBody>
      </p:sp>
    </p:spTree>
    <p:extLst>
      <p:ext uri="{BB962C8B-B14F-4D97-AF65-F5344CB8AC3E}">
        <p14:creationId xmlns:p14="http://schemas.microsoft.com/office/powerpoint/2010/main" val="2346802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9" name="Title 1"/>
          <p:cNvSpPr>
            <a:spLocks noGrp="1"/>
          </p:cNvSpPr>
          <p:nvPr>
            <p:ph type="title"/>
          </p:nvPr>
        </p:nvSpPr>
        <p:spPr>
          <a:xfrm>
            <a:off x="0" y="914400"/>
            <a:ext cx="1828800" cy="1828800"/>
          </a:xfrm>
          <a:prstGeom prst="rect">
            <a:avLst/>
          </a:prstGeom>
          <a:solidFill>
            <a:srgbClr val="0A5BBA">
              <a:alpha val="89804"/>
            </a:srgbClr>
          </a:solidFill>
        </p:spPr>
        <p:txBody>
          <a:bodyPr lIns="182880" tIns="91440" rIns="91440" bIns="91440">
            <a:normAutofit/>
          </a:bodyPr>
          <a:lstStyle>
            <a:lvl1pPr>
              <a:defRPr sz="2000" baseline="0">
                <a:solidFill>
                  <a:schemeClr val="bg1"/>
                </a:solidFill>
                <a:latin typeface="+mn-lt"/>
              </a:defRPr>
            </a:lvl1pPr>
          </a:lstStyle>
          <a:p>
            <a:pPr lvl="0"/>
            <a:endParaRPr lang="en-US"/>
          </a:p>
        </p:txBody>
      </p:sp>
      <p:sp>
        <p:nvSpPr>
          <p:cNvPr id="4" name="Slide Number Placeholder 2"/>
          <p:cNvSpPr>
            <a:spLocks noGrp="1"/>
          </p:cNvSpPr>
          <p:nvPr>
            <p:ph type="sldNum" sz="quarter" idx="11"/>
          </p:nvPr>
        </p:nvSpPr>
        <p:spPr>
          <a:xfrm>
            <a:off x="6781800" y="4767263"/>
            <a:ext cx="2133600" cy="273844"/>
          </a:xfrm>
        </p:spPr>
        <p:txBody>
          <a:bodyPr/>
          <a:lstStyle>
            <a:lvl1pPr>
              <a:defRPr sz="800">
                <a:solidFill>
                  <a:schemeClr val="tx1"/>
                </a:solidFill>
              </a:defRPr>
            </a:lvl1pPr>
          </a:lstStyle>
          <a:p>
            <a:fld id="{74A398B2-5A34-1A4A-811E-F4027282568C}" type="slidenum">
              <a:rPr lang="en-US" smtClean="0"/>
              <a:pPr/>
              <a:t>‹#›</a:t>
            </a:fld>
            <a:endParaRPr lang="en-US"/>
          </a:p>
        </p:txBody>
      </p:sp>
      <p:sp>
        <p:nvSpPr>
          <p:cNvPr id="5" name="Content Placeholder 2"/>
          <p:cNvSpPr>
            <a:spLocks noGrp="1"/>
          </p:cNvSpPr>
          <p:nvPr>
            <p:ph idx="1"/>
          </p:nvPr>
        </p:nvSpPr>
        <p:spPr>
          <a:xfrm>
            <a:off x="1828800" y="914400"/>
            <a:ext cx="6858000" cy="3657600"/>
          </a:xfrm>
          <a:noFill/>
        </p:spPr>
        <p:txBody>
          <a:bodyPr lIns="182880" tIns="91440" rIns="91440" bIns="91440">
            <a:normAutofit/>
          </a:bodyPr>
          <a:lstStyle>
            <a:lvl1pPr marL="228600" indent="-228600">
              <a:lnSpc>
                <a:spcPct val="100000"/>
              </a:lnSpc>
              <a:buFont typeface="Arial" pitchFamily="34" charset="0"/>
              <a:buChar char="•"/>
              <a:defRPr/>
            </a:lvl1pPr>
            <a:lvl2pPr marL="457200" indent="-225425">
              <a:lnSpc>
                <a:spcPct val="100000"/>
              </a:lnSpc>
              <a:buFont typeface="Arial" pitchFamily="34" charset="0"/>
              <a:buChar char="•"/>
              <a:defRPr/>
            </a:lvl2pPr>
            <a:lvl3pPr marL="685800" indent="-228600">
              <a:lnSpc>
                <a:spcPct val="100000"/>
              </a:lnSpc>
              <a:buFont typeface="Arial" pitchFamily="34" charset="0"/>
              <a:buChar char="•"/>
              <a:defRPr/>
            </a:lvl3pPr>
            <a:lvl4pPr marL="914400" indent="-228600">
              <a:lnSpc>
                <a:spcPct val="100000"/>
              </a:lnSpc>
              <a:buFont typeface="Arial" pitchFamily="34" charset="0"/>
              <a:buChar char="•"/>
              <a:defRPr/>
            </a:lvl4pPr>
            <a:lvl5pPr marL="1143000" indent="-228600">
              <a:lnSpc>
                <a:spcPct val="100000"/>
              </a:lnSpc>
              <a:buFont typeface="Arial" pitchFamily="34" charset="0"/>
              <a:buChar char="•"/>
              <a:defRPr/>
            </a:lvl5pPr>
            <a:lvl6pPr>
              <a:lnSpc>
                <a:spcPct val="100000"/>
              </a:lnSpc>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279862039"/>
      </p:ext>
    </p:extLst>
  </p:cSld>
  <p:clrMapOvr>
    <a:masterClrMapping/>
  </p:clrMapOvr>
  <p:transition>
    <p:fade/>
  </p:transition>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9" name="Title 1"/>
          <p:cNvSpPr>
            <a:spLocks noGrp="1"/>
          </p:cNvSpPr>
          <p:nvPr>
            <p:ph type="title"/>
          </p:nvPr>
        </p:nvSpPr>
        <p:spPr>
          <a:xfrm>
            <a:off x="0" y="0"/>
            <a:ext cx="9144000" cy="914400"/>
          </a:xfrm>
          <a:prstGeom prst="rect">
            <a:avLst/>
          </a:prstGeom>
          <a:solidFill>
            <a:srgbClr val="0A5BBA">
              <a:alpha val="89804"/>
            </a:srgbClr>
          </a:solidFill>
        </p:spPr>
        <p:txBody>
          <a:bodyPr lIns="182880" tIns="91440" rIns="91440" bIns="91440" anchor="ctr">
            <a:normAutofit/>
          </a:bodyPr>
          <a:lstStyle>
            <a:lvl1pPr>
              <a:defRPr sz="2400" baseline="0">
                <a:solidFill>
                  <a:schemeClr val="bg1"/>
                </a:solidFill>
                <a:latin typeface="+mn-lt"/>
              </a:defRPr>
            </a:lvl1pPr>
          </a:lstStyle>
          <a:p>
            <a:pPr lvl="0"/>
            <a:endParaRPr lang="en-US"/>
          </a:p>
        </p:txBody>
      </p:sp>
      <p:sp>
        <p:nvSpPr>
          <p:cNvPr id="4" name="Slide Number Placeholder 2"/>
          <p:cNvSpPr>
            <a:spLocks noGrp="1"/>
          </p:cNvSpPr>
          <p:nvPr>
            <p:ph type="sldNum" sz="quarter" idx="11"/>
          </p:nvPr>
        </p:nvSpPr>
        <p:spPr>
          <a:xfrm>
            <a:off x="7772400" y="4767263"/>
            <a:ext cx="1143000" cy="273844"/>
          </a:xfrm>
          <a:prstGeom prst="rect">
            <a:avLst/>
          </a:prstGeom>
        </p:spPr>
        <p:txBody>
          <a:bodyPr/>
          <a:lstStyle>
            <a:lvl1pPr>
              <a:defRPr sz="800">
                <a:solidFill>
                  <a:schemeClr val="tx1"/>
                </a:solidFill>
              </a:defRPr>
            </a:lvl1pPr>
          </a:lstStyle>
          <a:p>
            <a:fld id="{74A398B2-5A34-1A4A-811E-F4027282568C}" type="slidenum">
              <a:rPr lang="en-US" smtClean="0"/>
              <a:pPr/>
              <a:t>‹#›</a:t>
            </a:fld>
            <a:endParaRPr lang="en-US"/>
          </a:p>
        </p:txBody>
      </p:sp>
      <p:sp>
        <p:nvSpPr>
          <p:cNvPr id="5" name="Content Placeholder 2"/>
          <p:cNvSpPr>
            <a:spLocks noGrp="1"/>
          </p:cNvSpPr>
          <p:nvPr>
            <p:ph idx="1"/>
          </p:nvPr>
        </p:nvSpPr>
        <p:spPr>
          <a:xfrm>
            <a:off x="457200" y="914400"/>
            <a:ext cx="8229600" cy="3657600"/>
          </a:xfrm>
          <a:noFill/>
        </p:spPr>
        <p:txBody>
          <a:bodyPr lIns="182880" tIns="91440" rIns="91440" bIns="91440">
            <a:normAutofit/>
          </a:bodyPr>
          <a:lstStyle>
            <a:lvl1pPr marL="228600" indent="-228600">
              <a:lnSpc>
                <a:spcPct val="100000"/>
              </a:lnSpc>
              <a:buFont typeface="Arial" pitchFamily="34" charset="0"/>
              <a:buChar char="•"/>
              <a:defRPr/>
            </a:lvl1pPr>
            <a:lvl2pPr marL="457200" indent="-225425">
              <a:lnSpc>
                <a:spcPct val="100000"/>
              </a:lnSpc>
              <a:buFont typeface="Arial" pitchFamily="34" charset="0"/>
              <a:buChar char="•"/>
              <a:defRPr/>
            </a:lvl2pPr>
            <a:lvl3pPr marL="685800" indent="-228600">
              <a:lnSpc>
                <a:spcPct val="100000"/>
              </a:lnSpc>
              <a:buFont typeface="Arial" pitchFamily="34" charset="0"/>
              <a:buChar char="•"/>
              <a:defRPr/>
            </a:lvl3pPr>
            <a:lvl4pPr marL="914400" indent="-228600">
              <a:lnSpc>
                <a:spcPct val="100000"/>
              </a:lnSpc>
              <a:buFont typeface="Arial" pitchFamily="34" charset="0"/>
              <a:buChar char="•"/>
              <a:defRPr/>
            </a:lvl4pPr>
            <a:lvl5pPr marL="1143000" indent="-228600">
              <a:lnSpc>
                <a:spcPct val="100000"/>
              </a:lnSpc>
              <a:buFont typeface="Arial" pitchFamily="34" charset="0"/>
              <a:buChar char="•"/>
              <a:defRPr/>
            </a:lvl5pPr>
            <a:lvl6pPr>
              <a:lnSpc>
                <a:spcPct val="100000"/>
              </a:lnSpc>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242381740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9" name="Title 1"/>
          <p:cNvSpPr>
            <a:spLocks noGrp="1"/>
          </p:cNvSpPr>
          <p:nvPr>
            <p:ph type="title"/>
          </p:nvPr>
        </p:nvSpPr>
        <p:spPr>
          <a:xfrm>
            <a:off x="0" y="0"/>
            <a:ext cx="9144000" cy="914400"/>
          </a:xfrm>
          <a:prstGeom prst="rect">
            <a:avLst/>
          </a:prstGeom>
          <a:solidFill>
            <a:srgbClr val="0A5BBA">
              <a:alpha val="89804"/>
            </a:srgbClr>
          </a:solidFill>
        </p:spPr>
        <p:txBody>
          <a:bodyPr lIns="182880" tIns="91440" rIns="91440" bIns="91440" anchor="ctr">
            <a:normAutofit/>
          </a:bodyPr>
          <a:lstStyle>
            <a:lvl1pPr>
              <a:defRPr sz="2400" baseline="0">
                <a:solidFill>
                  <a:schemeClr val="bg1"/>
                </a:solidFill>
                <a:latin typeface="+mn-lt"/>
              </a:defRPr>
            </a:lvl1pPr>
          </a:lstStyle>
          <a:p>
            <a:pPr lvl="0"/>
            <a:endParaRPr lang="en-US"/>
          </a:p>
        </p:txBody>
      </p:sp>
      <p:sp>
        <p:nvSpPr>
          <p:cNvPr id="4" name="Slide Number Placeholder 2"/>
          <p:cNvSpPr>
            <a:spLocks noGrp="1"/>
          </p:cNvSpPr>
          <p:nvPr>
            <p:ph type="sldNum" sz="quarter" idx="11"/>
          </p:nvPr>
        </p:nvSpPr>
        <p:spPr>
          <a:xfrm>
            <a:off x="7772400" y="4767263"/>
            <a:ext cx="1143000" cy="273844"/>
          </a:xfrm>
          <a:prstGeom prst="rect">
            <a:avLst/>
          </a:prstGeom>
        </p:spPr>
        <p:txBody>
          <a:bodyPr/>
          <a:lstStyle>
            <a:lvl1pPr>
              <a:defRPr sz="800">
                <a:solidFill>
                  <a:schemeClr val="tx1"/>
                </a:solidFill>
              </a:defRPr>
            </a:lvl1pPr>
          </a:lstStyle>
          <a:p>
            <a:fld id="{74A398B2-5A34-1A4A-811E-F4027282568C}" type="slidenum">
              <a:rPr lang="en-US" smtClean="0"/>
              <a:pPr/>
              <a:t>‹#›</a:t>
            </a:fld>
            <a:endParaRPr lang="en-US"/>
          </a:p>
        </p:txBody>
      </p:sp>
      <p:sp>
        <p:nvSpPr>
          <p:cNvPr id="5" name="Content Placeholder 2"/>
          <p:cNvSpPr>
            <a:spLocks noGrp="1"/>
          </p:cNvSpPr>
          <p:nvPr>
            <p:ph idx="1"/>
          </p:nvPr>
        </p:nvSpPr>
        <p:spPr>
          <a:xfrm>
            <a:off x="457200" y="914400"/>
            <a:ext cx="8229600" cy="3657600"/>
          </a:xfrm>
          <a:noFill/>
        </p:spPr>
        <p:txBody>
          <a:bodyPr lIns="182880" tIns="91440" rIns="91440" bIns="91440">
            <a:normAutofit/>
          </a:bodyPr>
          <a:lstStyle>
            <a:lvl1pPr marL="228600" indent="-228600">
              <a:lnSpc>
                <a:spcPct val="100000"/>
              </a:lnSpc>
              <a:buFont typeface="Arial" pitchFamily="34" charset="0"/>
              <a:buChar char="•"/>
              <a:defRPr/>
            </a:lvl1pPr>
            <a:lvl2pPr marL="457200" indent="-225425">
              <a:lnSpc>
                <a:spcPct val="100000"/>
              </a:lnSpc>
              <a:buFont typeface="Arial" pitchFamily="34" charset="0"/>
              <a:buChar char="•"/>
              <a:defRPr/>
            </a:lvl2pPr>
            <a:lvl3pPr marL="685800" indent="-228600">
              <a:lnSpc>
                <a:spcPct val="100000"/>
              </a:lnSpc>
              <a:buFont typeface="Arial" pitchFamily="34" charset="0"/>
              <a:buChar char="•"/>
              <a:defRPr/>
            </a:lvl3pPr>
            <a:lvl4pPr marL="914400" indent="-228600">
              <a:lnSpc>
                <a:spcPct val="100000"/>
              </a:lnSpc>
              <a:buFont typeface="Arial" pitchFamily="34" charset="0"/>
              <a:buChar char="•"/>
              <a:defRPr/>
            </a:lvl4pPr>
            <a:lvl5pPr marL="1143000" indent="-228600">
              <a:lnSpc>
                <a:spcPct val="100000"/>
              </a:lnSpc>
              <a:buFont typeface="Arial" pitchFamily="34" charset="0"/>
              <a:buChar char="•"/>
              <a:defRPr/>
            </a:lvl5pPr>
            <a:lvl6pPr>
              <a:lnSpc>
                <a:spcPct val="100000"/>
              </a:lnSpc>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2423817407"/>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sp>
        <p:nvSpPr>
          <p:cNvPr id="9" name="Title 1"/>
          <p:cNvSpPr>
            <a:spLocks noGrp="1"/>
          </p:cNvSpPr>
          <p:nvPr>
            <p:ph type="title"/>
          </p:nvPr>
        </p:nvSpPr>
        <p:spPr>
          <a:xfrm>
            <a:off x="0" y="914400"/>
            <a:ext cx="1828800" cy="1828800"/>
          </a:xfrm>
          <a:prstGeom prst="rect">
            <a:avLst/>
          </a:prstGeom>
          <a:solidFill>
            <a:srgbClr val="0A5BBA">
              <a:alpha val="89804"/>
            </a:srgbClr>
          </a:solidFill>
        </p:spPr>
        <p:txBody>
          <a:bodyPr lIns="182880" tIns="91440" rIns="91440" bIns="91440">
            <a:normAutofit/>
          </a:bodyPr>
          <a:lstStyle>
            <a:lvl1pPr>
              <a:defRPr sz="2000" baseline="0">
                <a:solidFill>
                  <a:schemeClr val="bg1"/>
                </a:solidFill>
                <a:latin typeface="+mn-lt"/>
              </a:defRPr>
            </a:lvl1pPr>
          </a:lstStyle>
          <a:p>
            <a:pPr lvl="0"/>
            <a:endParaRPr lang="en-US"/>
          </a:p>
        </p:txBody>
      </p:sp>
      <p:sp>
        <p:nvSpPr>
          <p:cNvPr id="4" name="Slide Number Placeholder 2"/>
          <p:cNvSpPr>
            <a:spLocks noGrp="1"/>
          </p:cNvSpPr>
          <p:nvPr>
            <p:ph type="sldNum" sz="quarter" idx="11"/>
          </p:nvPr>
        </p:nvSpPr>
        <p:spPr>
          <a:xfrm>
            <a:off x="6781800" y="4767263"/>
            <a:ext cx="2133600" cy="273844"/>
          </a:xfrm>
        </p:spPr>
        <p:txBody>
          <a:bodyPr/>
          <a:lstStyle>
            <a:lvl1pPr>
              <a:defRPr sz="800">
                <a:solidFill>
                  <a:schemeClr val="tx1"/>
                </a:solidFill>
              </a:defRPr>
            </a:lvl1pPr>
          </a:lstStyle>
          <a:p>
            <a:fld id="{74A398B2-5A34-1A4A-811E-F4027282568C}" type="slidenum">
              <a:rPr lang="en-US" smtClean="0"/>
              <a:pPr/>
              <a:t>‹#›</a:t>
            </a:fld>
            <a:endParaRPr lang="en-US"/>
          </a:p>
        </p:txBody>
      </p:sp>
      <p:sp>
        <p:nvSpPr>
          <p:cNvPr id="5" name="Content Placeholder 2"/>
          <p:cNvSpPr>
            <a:spLocks noGrp="1"/>
          </p:cNvSpPr>
          <p:nvPr>
            <p:ph idx="1"/>
          </p:nvPr>
        </p:nvSpPr>
        <p:spPr>
          <a:xfrm>
            <a:off x="1828800" y="914400"/>
            <a:ext cx="6858000" cy="3657600"/>
          </a:xfrm>
          <a:noFill/>
        </p:spPr>
        <p:txBody>
          <a:bodyPr lIns="182880" tIns="91440" rIns="91440" bIns="91440">
            <a:normAutofit/>
          </a:bodyPr>
          <a:lstStyle>
            <a:lvl1pPr marL="228600" indent="-228600">
              <a:lnSpc>
                <a:spcPct val="100000"/>
              </a:lnSpc>
              <a:buFont typeface="Arial" pitchFamily="34" charset="0"/>
              <a:buChar char="•"/>
              <a:defRPr/>
            </a:lvl1pPr>
            <a:lvl2pPr marL="457200" indent="-225425">
              <a:lnSpc>
                <a:spcPct val="100000"/>
              </a:lnSpc>
              <a:buFont typeface="Arial" pitchFamily="34" charset="0"/>
              <a:buChar char="•"/>
              <a:defRPr/>
            </a:lvl2pPr>
            <a:lvl3pPr marL="685800" indent="-228600">
              <a:lnSpc>
                <a:spcPct val="100000"/>
              </a:lnSpc>
              <a:buFont typeface="Arial" pitchFamily="34" charset="0"/>
              <a:buChar char="•"/>
              <a:defRPr/>
            </a:lvl3pPr>
            <a:lvl4pPr marL="914400" indent="-228600">
              <a:lnSpc>
                <a:spcPct val="100000"/>
              </a:lnSpc>
              <a:buFont typeface="Arial" pitchFamily="34" charset="0"/>
              <a:buChar char="•"/>
              <a:defRPr/>
            </a:lvl4pPr>
            <a:lvl5pPr marL="1143000" indent="-228600">
              <a:lnSpc>
                <a:spcPct val="100000"/>
              </a:lnSpc>
              <a:buFont typeface="Arial" pitchFamily="34" charset="0"/>
              <a:buChar char="•"/>
              <a:defRPr/>
            </a:lvl5pPr>
            <a:lvl6pPr>
              <a:lnSpc>
                <a:spcPct val="100000"/>
              </a:lnSpc>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3128736479"/>
      </p:ext>
    </p:extLst>
  </p:cSld>
  <p:clrMapOvr>
    <a:masterClrMapping/>
  </p:clrMapOvr>
  <p:transition>
    <p:fade/>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2.xml"/><Relationship Id="rId1"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5.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5.xml"/><Relationship Id="rId1" Type="http://schemas.openxmlformats.org/officeDocument/2006/relationships/slideLayout" Target="../slideLayouts/slideLayout26.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27.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28.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29.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31.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76600" y="1085850"/>
            <a:ext cx="5476773" cy="2231380"/>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5" name="Slide Number Placeholder 2"/>
          <p:cNvSpPr>
            <a:spLocks noGrp="1"/>
          </p:cNvSpPr>
          <p:nvPr>
            <p:ph type="sldNum" sz="quarter" idx="4"/>
          </p:nvPr>
        </p:nvSpPr>
        <p:spPr>
          <a:xfrm>
            <a:off x="6781800" y="4767263"/>
            <a:ext cx="2133600" cy="273844"/>
          </a:xfrm>
          <a:prstGeom prst="rect">
            <a:avLst/>
          </a:prstGeom>
        </p:spPr>
        <p:txBody>
          <a:bodyPr/>
          <a:lstStyle>
            <a:lvl1pPr algn="r">
              <a:defRPr/>
            </a:lvl1pPr>
          </a:lstStyle>
          <a:p>
            <a:fld id="{74A398B2-5A34-1A4A-811E-F4027282568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29" r:id="rId1"/>
    <p:sldLayoutId id="2147483903" r:id="rId2"/>
    <p:sldLayoutId id="2147483902" r:id="rId3"/>
    <p:sldLayoutId id="2147483844" r:id="rId4"/>
    <p:sldLayoutId id="2147483845" r:id="rId5"/>
    <p:sldLayoutId id="2147483853" r:id="rId6"/>
    <p:sldLayoutId id="2147483899" r:id="rId7"/>
    <p:sldLayoutId id="2147483847" r:id="rId8"/>
    <p:sldLayoutId id="2147483848" r:id="rId9"/>
    <p:sldLayoutId id="2147483779" r:id="rId10"/>
    <p:sldLayoutId id="2147483901" r:id="rId11"/>
    <p:sldLayoutId id="2147483698" r:id="rId12"/>
    <p:sldLayoutId id="2147483898" r:id="rId13"/>
    <p:sldLayoutId id="2147483895" r:id="rId14"/>
    <p:sldLayoutId id="2147483842" r:id="rId15"/>
    <p:sldLayoutId id="2147483897" r:id="rId16"/>
    <p:sldLayoutId id="2147483783" r:id="rId17"/>
    <p:sldLayoutId id="2147483904" r:id="rId18"/>
    <p:sldLayoutId id="2147483835" r:id="rId19"/>
    <p:sldLayoutId id="2147483909" r:id="rId20"/>
    <p:sldLayoutId id="2147483908" r:id="rId21"/>
    <p:sldLayoutId id="2147483915" r:id="rId22"/>
  </p:sldLayoutIdLst>
  <p:transition>
    <p:fade/>
  </p:transition>
  <p:hf hdr="0" ftr="0" dt="0"/>
  <p:txStyles>
    <p:titleStyle>
      <a:lvl1pPr algn="l" defTabSz="914363" rtl="0" eaLnBrk="1" latinLnBrk="0" hangingPunct="1">
        <a:lnSpc>
          <a:spcPct val="90000"/>
        </a:lnSpc>
        <a:spcBef>
          <a:spcPct val="0"/>
        </a:spcBef>
        <a:buNone/>
        <a:defRPr lang="en-US" sz="4000" b="0" kern="1200" cap="none" spc="-100" baseline="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228600" indent="-228600" algn="l" defTabSz="914363" rtl="0" eaLnBrk="1" latinLnBrk="0" hangingPunct="1">
        <a:lnSpc>
          <a:spcPct val="100000"/>
        </a:lnSpc>
        <a:spcBef>
          <a:spcPts val="600"/>
        </a:spcBef>
        <a:buSzPct val="80000"/>
        <a:buFont typeface="Arial" pitchFamily="34" charset="0"/>
        <a:buChar char="•"/>
        <a:defRPr sz="2800" kern="1200">
          <a:gradFill>
            <a:gsLst>
              <a:gs pos="0">
                <a:schemeClr val="tx1"/>
              </a:gs>
              <a:gs pos="86000">
                <a:schemeClr val="tx1"/>
              </a:gs>
            </a:gsLst>
            <a:lin ang="5400000" scaled="0"/>
          </a:gradFill>
          <a:latin typeface="+mn-lt"/>
          <a:ea typeface="+mn-ea"/>
          <a:cs typeface="+mn-cs"/>
        </a:defRPr>
      </a:lvl1pPr>
      <a:lvl2pPr marL="457200" indent="-225425" algn="l" defTabSz="914363" rtl="0" eaLnBrk="1" latinLnBrk="0" hangingPunct="1">
        <a:lnSpc>
          <a:spcPct val="100000"/>
        </a:lnSpc>
        <a:spcBef>
          <a:spcPts val="600"/>
        </a:spcBef>
        <a:buSzPct val="80000"/>
        <a:buFont typeface="Arial" pitchFamily="34" charset="0"/>
        <a:buChar char="•"/>
        <a:defRPr sz="2400" kern="1200">
          <a:gradFill>
            <a:gsLst>
              <a:gs pos="0">
                <a:schemeClr val="tx1"/>
              </a:gs>
              <a:gs pos="86000">
                <a:schemeClr val="tx1"/>
              </a:gs>
            </a:gsLst>
            <a:lin ang="5400000" scaled="0"/>
          </a:gradFill>
          <a:latin typeface="+mn-lt"/>
          <a:ea typeface="+mn-ea"/>
          <a:cs typeface="+mn-cs"/>
        </a:defRPr>
      </a:lvl2pPr>
      <a:lvl3pPr marL="685800" indent="-228600" algn="l" defTabSz="914363" rtl="0" eaLnBrk="1" latinLnBrk="0" hangingPunct="1">
        <a:lnSpc>
          <a:spcPct val="100000"/>
        </a:lnSpc>
        <a:spcBef>
          <a:spcPts val="600"/>
        </a:spcBef>
        <a:buSzPct val="80000"/>
        <a:buFont typeface="Arial" pitchFamily="34" charset="0"/>
        <a:buChar char="•"/>
        <a:defRPr sz="2000" kern="1200">
          <a:gradFill>
            <a:gsLst>
              <a:gs pos="0">
                <a:schemeClr val="tx1"/>
              </a:gs>
              <a:gs pos="86000">
                <a:schemeClr val="tx1"/>
              </a:gs>
            </a:gsLst>
            <a:lin ang="5400000" scaled="0"/>
          </a:gradFill>
          <a:latin typeface="+mn-lt"/>
          <a:ea typeface="+mn-ea"/>
          <a:cs typeface="+mn-cs"/>
        </a:defRPr>
      </a:lvl3pPr>
      <a:lvl4pPr marL="914400" indent="-227013" algn="l" defTabSz="914363" rtl="0" eaLnBrk="1" latinLnBrk="0" hangingPunct="1">
        <a:lnSpc>
          <a:spcPct val="100000"/>
        </a:lnSpc>
        <a:spcBef>
          <a:spcPts val="600"/>
        </a:spcBef>
        <a:buSzPct val="80000"/>
        <a:buFont typeface="Arial" pitchFamily="34" charset="0"/>
        <a:buChar char="•"/>
        <a:defRPr sz="1800" kern="1200">
          <a:gradFill>
            <a:gsLst>
              <a:gs pos="0">
                <a:schemeClr val="tx1"/>
              </a:gs>
              <a:gs pos="86000">
                <a:schemeClr val="tx1"/>
              </a:gs>
            </a:gsLst>
            <a:lin ang="5400000" scaled="0"/>
          </a:gradFill>
          <a:latin typeface="+mn-lt"/>
          <a:ea typeface="+mn-ea"/>
          <a:cs typeface="+mn-cs"/>
        </a:defRPr>
      </a:lvl4pPr>
      <a:lvl5pPr marL="1143000" indent="-228600" algn="l" defTabSz="914363" rtl="0" eaLnBrk="1" latinLnBrk="0" hangingPunct="1">
        <a:lnSpc>
          <a:spcPct val="100000"/>
        </a:lnSpc>
        <a:spcBef>
          <a:spcPts val="600"/>
        </a:spcBef>
        <a:buSzPct val="80000"/>
        <a:buFont typeface="Arial" pitchFamily="34" charset="0"/>
        <a:buChar char="•"/>
        <a:defRPr sz="1600" kern="1200">
          <a:gradFill>
            <a:gsLst>
              <a:gs pos="0">
                <a:schemeClr val="tx1"/>
              </a:gs>
              <a:gs pos="86000">
                <a:schemeClr val="tx1"/>
              </a:gs>
            </a:gsLst>
            <a:lin ang="5400000" scaled="0"/>
          </a:gradFill>
          <a:latin typeface="+mn-lt"/>
          <a:ea typeface="+mn-ea"/>
          <a:cs typeface="+mn-cs"/>
        </a:defRPr>
      </a:lvl5pPr>
      <a:lvl6pPr marL="1370013" indent="-227013" algn="l" defTabSz="914363" rtl="0" eaLnBrk="1" latinLnBrk="0" hangingPunct="1">
        <a:lnSpc>
          <a:spcPct val="100000"/>
        </a:lnSpc>
        <a:spcBef>
          <a:spcPts val="600"/>
        </a:spcBef>
        <a:buFont typeface="Arial" pitchFamily="34" charset="0"/>
        <a:buChar char="•"/>
        <a:defRPr sz="14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1930" y="217133"/>
            <a:ext cx="8741880" cy="674749"/>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01931" y="891883"/>
            <a:ext cx="8740140" cy="1587999"/>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rot="5400000">
            <a:off x="6906561" y="2243274"/>
            <a:ext cx="5143967" cy="657418"/>
          </a:xfrm>
          <a:prstGeom prst="rect">
            <a:avLst/>
          </a:prstGeom>
        </p:spPr>
      </p:pic>
    </p:spTree>
    <p:extLst>
      <p:ext uri="{BB962C8B-B14F-4D97-AF65-F5344CB8AC3E}">
        <p14:creationId xmlns:p14="http://schemas.microsoft.com/office/powerpoint/2010/main" val="1553189692"/>
      </p:ext>
    </p:extLst>
  </p:cSld>
  <p:clrMap bg1="dk1" tx1="lt1" bg2="dk2" tx2="lt2" accent1="accent1" accent2="accent2" accent3="accent3" accent4="accent4" accent5="accent5" accent6="accent6" hlink="hlink" folHlink="folHlink"/>
  <p:sldLayoutIdLst>
    <p:sldLayoutId id="2147483906" r:id="rId1"/>
  </p:sldLayoutIdLst>
  <p:transition>
    <p:fade/>
  </p:transition>
  <p:txStyles>
    <p:titleStyle>
      <a:lvl1pPr algn="l" defTabSz="685845" rtl="0" eaLnBrk="1" latinLnBrk="0" hangingPunct="1">
        <a:lnSpc>
          <a:spcPct val="90000"/>
        </a:lnSpc>
        <a:spcBef>
          <a:spcPct val="0"/>
        </a:spcBef>
        <a:buNone/>
        <a:defRPr lang="en-US" sz="3529" b="0" kern="1200" cap="none" spc="-75"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52134" marR="0" indent="-252134" algn="l" defTabSz="685845" rtl="0" eaLnBrk="1" fontAlgn="auto" latinLnBrk="0" hangingPunct="1">
        <a:lnSpc>
          <a:spcPct val="90000"/>
        </a:lnSpc>
        <a:spcBef>
          <a:spcPct val="20000"/>
        </a:spcBef>
        <a:spcAft>
          <a:spcPts val="0"/>
        </a:spcAft>
        <a:buClrTx/>
        <a:buSzPct val="90000"/>
        <a:buFont typeface="Arial" pitchFamily="34" charset="0"/>
        <a:buChar char="•"/>
        <a:tabLst/>
        <a:defRPr sz="2941" kern="1200" spc="0" baseline="0">
          <a:gradFill>
            <a:gsLst>
              <a:gs pos="1250">
                <a:schemeClr val="tx1"/>
              </a:gs>
              <a:gs pos="100000">
                <a:schemeClr val="tx1"/>
              </a:gs>
            </a:gsLst>
            <a:lin ang="5400000" scaled="0"/>
          </a:gradFill>
          <a:latin typeface="+mj-lt"/>
          <a:ea typeface="+mn-ea"/>
          <a:cs typeface="+mn-cs"/>
        </a:defRPr>
      </a:lvl1pPr>
      <a:lvl2pPr marL="429562" marR="0" indent="-177428" algn="l" defTabSz="685845"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2pPr>
      <a:lvl3pPr marL="588314" marR="0" indent="-168090" algn="l" defTabSz="685845" rtl="0" eaLnBrk="1" fontAlgn="auto" latinLnBrk="0" hangingPunct="1">
        <a:lnSpc>
          <a:spcPct val="90000"/>
        </a:lnSpc>
        <a:spcBef>
          <a:spcPct val="20000"/>
        </a:spcBef>
        <a:spcAft>
          <a:spcPts val="0"/>
        </a:spcAft>
        <a:buClrTx/>
        <a:buSzPct val="90000"/>
        <a:buFont typeface="Arial" pitchFamily="34" charset="0"/>
        <a:buChar char="•"/>
        <a:tabLst/>
        <a:defRPr sz="1471" kern="1200" spc="0" baseline="0">
          <a:gradFill>
            <a:gsLst>
              <a:gs pos="1250">
                <a:schemeClr val="tx1"/>
              </a:gs>
              <a:gs pos="100000">
                <a:schemeClr val="tx1"/>
              </a:gs>
            </a:gsLst>
            <a:lin ang="5400000" scaled="0"/>
          </a:gradFill>
          <a:latin typeface="+mn-lt"/>
          <a:ea typeface="+mn-ea"/>
          <a:cs typeface="+mn-cs"/>
        </a:defRPr>
      </a:lvl3pPr>
      <a:lvl4pPr marL="756403" marR="0" indent="-168090" algn="l" defTabSz="685845" rtl="0" eaLnBrk="1" fontAlgn="auto" latinLnBrk="0" hangingPunct="1">
        <a:lnSpc>
          <a:spcPct val="90000"/>
        </a:lnSpc>
        <a:spcBef>
          <a:spcPct val="20000"/>
        </a:spcBef>
        <a:spcAft>
          <a:spcPts val="0"/>
        </a:spcAft>
        <a:buClrTx/>
        <a:buSzPct val="90000"/>
        <a:buFont typeface="Arial" pitchFamily="34" charset="0"/>
        <a:buChar char="•"/>
        <a:tabLst/>
        <a:defRPr sz="1324" kern="1200" spc="0" baseline="0">
          <a:gradFill>
            <a:gsLst>
              <a:gs pos="1250">
                <a:schemeClr val="tx1"/>
              </a:gs>
              <a:gs pos="100000">
                <a:schemeClr val="tx1"/>
              </a:gs>
            </a:gsLst>
            <a:lin ang="5400000" scaled="0"/>
          </a:gradFill>
          <a:latin typeface="+mn-lt"/>
          <a:ea typeface="+mn-ea"/>
          <a:cs typeface="+mn-cs"/>
        </a:defRPr>
      </a:lvl4pPr>
      <a:lvl5pPr marL="924493" marR="0" indent="-168090" algn="l" defTabSz="685845" rtl="0" eaLnBrk="1" fontAlgn="auto" latinLnBrk="0" hangingPunct="1">
        <a:lnSpc>
          <a:spcPct val="90000"/>
        </a:lnSpc>
        <a:spcBef>
          <a:spcPct val="20000"/>
        </a:spcBef>
        <a:spcAft>
          <a:spcPts val="0"/>
        </a:spcAft>
        <a:buClrTx/>
        <a:buSzPct val="90000"/>
        <a:buFont typeface="Arial" pitchFamily="34" charset="0"/>
        <a:buChar char="•"/>
        <a:tabLst/>
        <a:defRPr sz="1324" kern="1200" spc="0" baseline="0">
          <a:gradFill>
            <a:gsLst>
              <a:gs pos="1250">
                <a:schemeClr val="tx1"/>
              </a:gs>
              <a:gs pos="100000">
                <a:schemeClr val="tx1"/>
              </a:gs>
            </a:gsLst>
            <a:lin ang="5400000" scaled="0"/>
          </a:gradFill>
          <a:latin typeface="+mn-lt"/>
          <a:ea typeface="+mn-ea"/>
          <a:cs typeface="+mn-cs"/>
        </a:defRPr>
      </a:lvl5pPr>
      <a:lvl6pPr marL="1886074"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6pPr>
      <a:lvl7pPr marL="2228997"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7pPr>
      <a:lvl8pPr marL="2571920"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8pPr>
      <a:lvl9pPr marL="2914843"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9pPr>
    </p:bodyStyle>
    <p:otherStyle>
      <a:defPPr>
        <a:defRPr lang="en-US"/>
      </a:defPPr>
      <a:lvl1pPr marL="0" algn="l" defTabSz="685845" rtl="0" eaLnBrk="1" latinLnBrk="0" hangingPunct="1">
        <a:defRPr sz="1324" kern="1200">
          <a:solidFill>
            <a:schemeClr val="tx1"/>
          </a:solidFill>
          <a:latin typeface="+mn-lt"/>
          <a:ea typeface="+mn-ea"/>
          <a:cs typeface="+mn-cs"/>
        </a:defRPr>
      </a:lvl1pPr>
      <a:lvl2pPr marL="342923" algn="l" defTabSz="685845" rtl="0" eaLnBrk="1" latinLnBrk="0" hangingPunct="1">
        <a:defRPr sz="1324" kern="1200">
          <a:solidFill>
            <a:schemeClr val="tx1"/>
          </a:solidFill>
          <a:latin typeface="+mn-lt"/>
          <a:ea typeface="+mn-ea"/>
          <a:cs typeface="+mn-cs"/>
        </a:defRPr>
      </a:lvl2pPr>
      <a:lvl3pPr marL="685845" algn="l" defTabSz="685845" rtl="0" eaLnBrk="1" latinLnBrk="0" hangingPunct="1">
        <a:defRPr sz="1324" kern="1200">
          <a:solidFill>
            <a:schemeClr val="tx1"/>
          </a:solidFill>
          <a:latin typeface="+mn-lt"/>
          <a:ea typeface="+mn-ea"/>
          <a:cs typeface="+mn-cs"/>
        </a:defRPr>
      </a:lvl3pPr>
      <a:lvl4pPr marL="1028768" algn="l" defTabSz="685845" rtl="0" eaLnBrk="1" latinLnBrk="0" hangingPunct="1">
        <a:defRPr sz="1324" kern="1200">
          <a:solidFill>
            <a:schemeClr val="tx1"/>
          </a:solidFill>
          <a:latin typeface="+mn-lt"/>
          <a:ea typeface="+mn-ea"/>
          <a:cs typeface="+mn-cs"/>
        </a:defRPr>
      </a:lvl4pPr>
      <a:lvl5pPr marL="1371690" algn="l" defTabSz="685845" rtl="0" eaLnBrk="1" latinLnBrk="0" hangingPunct="1">
        <a:defRPr sz="1324" kern="1200">
          <a:solidFill>
            <a:schemeClr val="tx1"/>
          </a:solidFill>
          <a:latin typeface="+mn-lt"/>
          <a:ea typeface="+mn-ea"/>
          <a:cs typeface="+mn-cs"/>
        </a:defRPr>
      </a:lvl5pPr>
      <a:lvl6pPr marL="1714614" algn="l" defTabSz="685845" rtl="0" eaLnBrk="1" latinLnBrk="0" hangingPunct="1">
        <a:defRPr sz="1324" kern="1200">
          <a:solidFill>
            <a:schemeClr val="tx1"/>
          </a:solidFill>
          <a:latin typeface="+mn-lt"/>
          <a:ea typeface="+mn-ea"/>
          <a:cs typeface="+mn-cs"/>
        </a:defRPr>
      </a:lvl6pPr>
      <a:lvl7pPr marL="2057536" algn="l" defTabSz="685845" rtl="0" eaLnBrk="1" latinLnBrk="0" hangingPunct="1">
        <a:defRPr sz="1324" kern="1200">
          <a:solidFill>
            <a:schemeClr val="tx1"/>
          </a:solidFill>
          <a:latin typeface="+mn-lt"/>
          <a:ea typeface="+mn-ea"/>
          <a:cs typeface="+mn-cs"/>
        </a:defRPr>
      </a:lvl7pPr>
      <a:lvl8pPr marL="2400458" algn="l" defTabSz="685845" rtl="0" eaLnBrk="1" latinLnBrk="0" hangingPunct="1">
        <a:defRPr sz="1324" kern="1200">
          <a:solidFill>
            <a:schemeClr val="tx1"/>
          </a:solidFill>
          <a:latin typeface="+mn-lt"/>
          <a:ea typeface="+mn-ea"/>
          <a:cs typeface="+mn-cs"/>
        </a:defRPr>
      </a:lvl8pPr>
      <a:lvl9pPr marL="2743382" algn="l" defTabSz="685845" rtl="0" eaLnBrk="1" latinLnBrk="0" hangingPunct="1">
        <a:defRPr sz="132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76601" y="1085850"/>
            <a:ext cx="5476773" cy="2231380"/>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5" name="Slide Number Placeholder 2"/>
          <p:cNvSpPr>
            <a:spLocks noGrp="1"/>
          </p:cNvSpPr>
          <p:nvPr>
            <p:ph type="sldNum" sz="quarter" idx="4"/>
          </p:nvPr>
        </p:nvSpPr>
        <p:spPr>
          <a:xfrm>
            <a:off x="6781800" y="4767264"/>
            <a:ext cx="2133600" cy="273844"/>
          </a:xfrm>
          <a:prstGeom prst="rect">
            <a:avLst/>
          </a:prstGeom>
        </p:spPr>
        <p:txBody>
          <a:bodyPr/>
          <a:lstStyle>
            <a:lvl1pPr algn="r">
              <a:defRPr/>
            </a:lvl1pPr>
          </a:lstStyle>
          <a:p>
            <a:fld id="{74A398B2-5A34-1A4A-811E-F4027282568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912" r:id="rId1"/>
  </p:sldLayoutIdLst>
  <p:transition>
    <p:fade/>
  </p:transition>
  <p:hf hdr="0" ftr="0" dt="0"/>
  <p:txStyles>
    <p:titleStyle>
      <a:lvl1pPr algn="l" defTabSz="914363" rtl="0" eaLnBrk="1" latinLnBrk="0" hangingPunct="1">
        <a:lnSpc>
          <a:spcPct val="90000"/>
        </a:lnSpc>
        <a:spcBef>
          <a:spcPct val="0"/>
        </a:spcBef>
        <a:buNone/>
        <a:defRPr lang="en-US" sz="4000" b="0" kern="1200" cap="none" spc="-100" baseline="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228600" indent="-228600" algn="l" defTabSz="914363" rtl="0" eaLnBrk="1" latinLnBrk="0" hangingPunct="1">
        <a:lnSpc>
          <a:spcPct val="100000"/>
        </a:lnSpc>
        <a:spcBef>
          <a:spcPts val="600"/>
        </a:spcBef>
        <a:buSzPct val="80000"/>
        <a:buFont typeface="Arial" pitchFamily="34" charset="0"/>
        <a:buChar char="•"/>
        <a:defRPr sz="2800" kern="1200">
          <a:gradFill>
            <a:gsLst>
              <a:gs pos="0">
                <a:schemeClr val="tx1"/>
              </a:gs>
              <a:gs pos="86000">
                <a:schemeClr val="tx1"/>
              </a:gs>
            </a:gsLst>
            <a:lin ang="5400000" scaled="0"/>
          </a:gradFill>
          <a:latin typeface="+mn-lt"/>
          <a:ea typeface="+mn-ea"/>
          <a:cs typeface="+mn-cs"/>
        </a:defRPr>
      </a:lvl1pPr>
      <a:lvl2pPr marL="457200" indent="-225425" algn="l" defTabSz="914363" rtl="0" eaLnBrk="1" latinLnBrk="0" hangingPunct="1">
        <a:lnSpc>
          <a:spcPct val="100000"/>
        </a:lnSpc>
        <a:spcBef>
          <a:spcPts val="600"/>
        </a:spcBef>
        <a:buSzPct val="80000"/>
        <a:buFont typeface="Arial" pitchFamily="34" charset="0"/>
        <a:buChar char="•"/>
        <a:defRPr sz="2400" kern="1200">
          <a:gradFill>
            <a:gsLst>
              <a:gs pos="0">
                <a:schemeClr val="tx1"/>
              </a:gs>
              <a:gs pos="86000">
                <a:schemeClr val="tx1"/>
              </a:gs>
            </a:gsLst>
            <a:lin ang="5400000" scaled="0"/>
          </a:gradFill>
          <a:latin typeface="+mn-lt"/>
          <a:ea typeface="+mn-ea"/>
          <a:cs typeface="+mn-cs"/>
        </a:defRPr>
      </a:lvl2pPr>
      <a:lvl3pPr marL="685800" indent="-228600" algn="l" defTabSz="914363" rtl="0" eaLnBrk="1" latinLnBrk="0" hangingPunct="1">
        <a:lnSpc>
          <a:spcPct val="100000"/>
        </a:lnSpc>
        <a:spcBef>
          <a:spcPts val="600"/>
        </a:spcBef>
        <a:buSzPct val="80000"/>
        <a:buFont typeface="Arial" pitchFamily="34" charset="0"/>
        <a:buChar char="•"/>
        <a:defRPr sz="2000" kern="1200">
          <a:gradFill>
            <a:gsLst>
              <a:gs pos="0">
                <a:schemeClr val="tx1"/>
              </a:gs>
              <a:gs pos="86000">
                <a:schemeClr val="tx1"/>
              </a:gs>
            </a:gsLst>
            <a:lin ang="5400000" scaled="0"/>
          </a:gradFill>
          <a:latin typeface="+mn-lt"/>
          <a:ea typeface="+mn-ea"/>
          <a:cs typeface="+mn-cs"/>
        </a:defRPr>
      </a:lvl3pPr>
      <a:lvl4pPr marL="914400" indent="-227013" algn="l" defTabSz="914363" rtl="0" eaLnBrk="1" latinLnBrk="0" hangingPunct="1">
        <a:lnSpc>
          <a:spcPct val="100000"/>
        </a:lnSpc>
        <a:spcBef>
          <a:spcPts val="600"/>
        </a:spcBef>
        <a:buSzPct val="80000"/>
        <a:buFont typeface="Arial" pitchFamily="34" charset="0"/>
        <a:buChar char="•"/>
        <a:defRPr sz="1800" kern="1200">
          <a:gradFill>
            <a:gsLst>
              <a:gs pos="0">
                <a:schemeClr val="tx1"/>
              </a:gs>
              <a:gs pos="86000">
                <a:schemeClr val="tx1"/>
              </a:gs>
            </a:gsLst>
            <a:lin ang="5400000" scaled="0"/>
          </a:gradFill>
          <a:latin typeface="+mn-lt"/>
          <a:ea typeface="+mn-ea"/>
          <a:cs typeface="+mn-cs"/>
        </a:defRPr>
      </a:lvl4pPr>
      <a:lvl5pPr marL="1143000" indent="-228600" algn="l" defTabSz="914363" rtl="0" eaLnBrk="1" latinLnBrk="0" hangingPunct="1">
        <a:lnSpc>
          <a:spcPct val="100000"/>
        </a:lnSpc>
        <a:spcBef>
          <a:spcPts val="600"/>
        </a:spcBef>
        <a:buSzPct val="80000"/>
        <a:buFont typeface="Arial" pitchFamily="34" charset="0"/>
        <a:buChar char="•"/>
        <a:defRPr sz="1600" kern="1200">
          <a:gradFill>
            <a:gsLst>
              <a:gs pos="0">
                <a:schemeClr val="tx1"/>
              </a:gs>
              <a:gs pos="86000">
                <a:schemeClr val="tx1"/>
              </a:gs>
            </a:gsLst>
            <a:lin ang="5400000" scaled="0"/>
          </a:gradFill>
          <a:latin typeface="+mn-lt"/>
          <a:ea typeface="+mn-ea"/>
          <a:cs typeface="+mn-cs"/>
        </a:defRPr>
      </a:lvl5pPr>
      <a:lvl6pPr marL="1370013" indent="-227013" algn="l" defTabSz="914363" rtl="0" eaLnBrk="1" latinLnBrk="0" hangingPunct="1">
        <a:lnSpc>
          <a:spcPct val="100000"/>
        </a:lnSpc>
        <a:spcBef>
          <a:spcPts val="600"/>
        </a:spcBef>
        <a:buFont typeface="Arial" pitchFamily="34" charset="0"/>
        <a:buChar char="•"/>
        <a:defRPr sz="14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76600" y="1085850"/>
            <a:ext cx="5476773" cy="2231380"/>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5" name="Slide Number Placeholder 2"/>
          <p:cNvSpPr>
            <a:spLocks noGrp="1"/>
          </p:cNvSpPr>
          <p:nvPr>
            <p:ph type="sldNum" sz="quarter" idx="4"/>
          </p:nvPr>
        </p:nvSpPr>
        <p:spPr>
          <a:xfrm>
            <a:off x="6781800" y="4767263"/>
            <a:ext cx="2133600" cy="273844"/>
          </a:xfrm>
          <a:prstGeom prst="rect">
            <a:avLst/>
          </a:prstGeom>
        </p:spPr>
        <p:txBody>
          <a:bodyPr/>
          <a:lstStyle>
            <a:lvl1pPr algn="r">
              <a:defRPr/>
            </a:lvl1pPr>
          </a:lstStyle>
          <a:p>
            <a:fld id="{74A398B2-5A34-1A4A-811E-F4027282568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918" r:id="rId1"/>
  </p:sldLayoutIdLst>
  <p:transition>
    <p:fade/>
  </p:transition>
  <p:hf hdr="0" ftr="0" dt="0"/>
  <p:txStyles>
    <p:titleStyle>
      <a:lvl1pPr algn="l" defTabSz="914363" rtl="0" eaLnBrk="1" latinLnBrk="0" hangingPunct="1">
        <a:lnSpc>
          <a:spcPct val="90000"/>
        </a:lnSpc>
        <a:spcBef>
          <a:spcPct val="0"/>
        </a:spcBef>
        <a:buNone/>
        <a:defRPr lang="en-US" sz="4000" b="0" kern="1200" cap="none" spc="-100" baseline="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228600" indent="-228600" algn="l" defTabSz="914363" rtl="0" eaLnBrk="1" latinLnBrk="0" hangingPunct="1">
        <a:lnSpc>
          <a:spcPct val="100000"/>
        </a:lnSpc>
        <a:spcBef>
          <a:spcPts val="600"/>
        </a:spcBef>
        <a:buSzPct val="80000"/>
        <a:buFont typeface="Arial" pitchFamily="34" charset="0"/>
        <a:buChar char="•"/>
        <a:defRPr sz="2800" kern="1200">
          <a:gradFill>
            <a:gsLst>
              <a:gs pos="0">
                <a:schemeClr val="tx1"/>
              </a:gs>
              <a:gs pos="86000">
                <a:schemeClr val="tx1"/>
              </a:gs>
            </a:gsLst>
            <a:lin ang="5400000" scaled="0"/>
          </a:gradFill>
          <a:latin typeface="+mn-lt"/>
          <a:ea typeface="+mn-ea"/>
          <a:cs typeface="+mn-cs"/>
        </a:defRPr>
      </a:lvl1pPr>
      <a:lvl2pPr marL="457200" indent="-225425" algn="l" defTabSz="914363" rtl="0" eaLnBrk="1" latinLnBrk="0" hangingPunct="1">
        <a:lnSpc>
          <a:spcPct val="100000"/>
        </a:lnSpc>
        <a:spcBef>
          <a:spcPts val="600"/>
        </a:spcBef>
        <a:buSzPct val="80000"/>
        <a:buFont typeface="Arial" pitchFamily="34" charset="0"/>
        <a:buChar char="•"/>
        <a:defRPr sz="2400" kern="1200">
          <a:gradFill>
            <a:gsLst>
              <a:gs pos="0">
                <a:schemeClr val="tx1"/>
              </a:gs>
              <a:gs pos="86000">
                <a:schemeClr val="tx1"/>
              </a:gs>
            </a:gsLst>
            <a:lin ang="5400000" scaled="0"/>
          </a:gradFill>
          <a:latin typeface="+mn-lt"/>
          <a:ea typeface="+mn-ea"/>
          <a:cs typeface="+mn-cs"/>
        </a:defRPr>
      </a:lvl2pPr>
      <a:lvl3pPr marL="685800" indent="-228600" algn="l" defTabSz="914363" rtl="0" eaLnBrk="1" latinLnBrk="0" hangingPunct="1">
        <a:lnSpc>
          <a:spcPct val="100000"/>
        </a:lnSpc>
        <a:spcBef>
          <a:spcPts val="600"/>
        </a:spcBef>
        <a:buSzPct val="80000"/>
        <a:buFont typeface="Arial" pitchFamily="34" charset="0"/>
        <a:buChar char="•"/>
        <a:defRPr sz="2000" kern="1200">
          <a:gradFill>
            <a:gsLst>
              <a:gs pos="0">
                <a:schemeClr val="tx1"/>
              </a:gs>
              <a:gs pos="86000">
                <a:schemeClr val="tx1"/>
              </a:gs>
            </a:gsLst>
            <a:lin ang="5400000" scaled="0"/>
          </a:gradFill>
          <a:latin typeface="+mn-lt"/>
          <a:ea typeface="+mn-ea"/>
          <a:cs typeface="+mn-cs"/>
        </a:defRPr>
      </a:lvl3pPr>
      <a:lvl4pPr marL="914400" indent="-227013" algn="l" defTabSz="914363" rtl="0" eaLnBrk="1" latinLnBrk="0" hangingPunct="1">
        <a:lnSpc>
          <a:spcPct val="100000"/>
        </a:lnSpc>
        <a:spcBef>
          <a:spcPts val="600"/>
        </a:spcBef>
        <a:buSzPct val="80000"/>
        <a:buFont typeface="Arial" pitchFamily="34" charset="0"/>
        <a:buChar char="•"/>
        <a:defRPr sz="1800" kern="1200">
          <a:gradFill>
            <a:gsLst>
              <a:gs pos="0">
                <a:schemeClr val="tx1"/>
              </a:gs>
              <a:gs pos="86000">
                <a:schemeClr val="tx1"/>
              </a:gs>
            </a:gsLst>
            <a:lin ang="5400000" scaled="0"/>
          </a:gradFill>
          <a:latin typeface="+mn-lt"/>
          <a:ea typeface="+mn-ea"/>
          <a:cs typeface="+mn-cs"/>
        </a:defRPr>
      </a:lvl4pPr>
      <a:lvl5pPr marL="1143000" indent="-228600" algn="l" defTabSz="914363" rtl="0" eaLnBrk="1" latinLnBrk="0" hangingPunct="1">
        <a:lnSpc>
          <a:spcPct val="100000"/>
        </a:lnSpc>
        <a:spcBef>
          <a:spcPts val="600"/>
        </a:spcBef>
        <a:buSzPct val="80000"/>
        <a:buFont typeface="Arial" pitchFamily="34" charset="0"/>
        <a:buChar char="•"/>
        <a:defRPr sz="1600" kern="1200">
          <a:gradFill>
            <a:gsLst>
              <a:gs pos="0">
                <a:schemeClr val="tx1"/>
              </a:gs>
              <a:gs pos="86000">
                <a:schemeClr val="tx1"/>
              </a:gs>
            </a:gsLst>
            <a:lin ang="5400000" scaled="0"/>
          </a:gradFill>
          <a:latin typeface="+mn-lt"/>
          <a:ea typeface="+mn-ea"/>
          <a:cs typeface="+mn-cs"/>
        </a:defRPr>
      </a:lvl5pPr>
      <a:lvl6pPr marL="1370013" indent="-227013" algn="l" defTabSz="914363" rtl="0" eaLnBrk="1" latinLnBrk="0" hangingPunct="1">
        <a:lnSpc>
          <a:spcPct val="100000"/>
        </a:lnSpc>
        <a:spcBef>
          <a:spcPts val="600"/>
        </a:spcBef>
        <a:buFont typeface="Arial" pitchFamily="34" charset="0"/>
        <a:buChar char="•"/>
        <a:defRPr sz="14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1930" y="217133"/>
            <a:ext cx="8741880" cy="674749"/>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01931" y="891883"/>
            <a:ext cx="8740140" cy="1587999"/>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rot="5400000">
            <a:off x="6906561" y="2243274"/>
            <a:ext cx="5143967" cy="657418"/>
          </a:xfrm>
          <a:prstGeom prst="rect">
            <a:avLst/>
          </a:prstGeom>
        </p:spPr>
      </p:pic>
    </p:spTree>
    <p:extLst>
      <p:ext uri="{BB962C8B-B14F-4D97-AF65-F5344CB8AC3E}">
        <p14:creationId xmlns:p14="http://schemas.microsoft.com/office/powerpoint/2010/main" val="1553189692"/>
      </p:ext>
    </p:extLst>
  </p:cSld>
  <p:clrMap bg1="dk1" tx1="lt1" bg2="dk2" tx2="lt2" accent1="accent1" accent2="accent2" accent3="accent3" accent4="accent4" accent5="accent5" accent6="accent6" hlink="hlink" folHlink="folHlink"/>
  <p:sldLayoutIdLst>
    <p:sldLayoutId id="2147483914" r:id="rId1"/>
  </p:sldLayoutIdLst>
  <p:transition>
    <p:fade/>
  </p:transition>
  <p:txStyles>
    <p:titleStyle>
      <a:lvl1pPr algn="l" defTabSz="685845" rtl="0" eaLnBrk="1" latinLnBrk="0" hangingPunct="1">
        <a:lnSpc>
          <a:spcPct val="90000"/>
        </a:lnSpc>
        <a:spcBef>
          <a:spcPct val="0"/>
        </a:spcBef>
        <a:buNone/>
        <a:defRPr lang="en-US" sz="3529" b="0" kern="1200" cap="none" spc="-75"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52134" marR="0" indent="-252134" algn="l" defTabSz="685845" rtl="0" eaLnBrk="1" fontAlgn="auto" latinLnBrk="0" hangingPunct="1">
        <a:lnSpc>
          <a:spcPct val="90000"/>
        </a:lnSpc>
        <a:spcBef>
          <a:spcPct val="20000"/>
        </a:spcBef>
        <a:spcAft>
          <a:spcPts val="0"/>
        </a:spcAft>
        <a:buClrTx/>
        <a:buSzPct val="90000"/>
        <a:buFont typeface="Arial" pitchFamily="34" charset="0"/>
        <a:buChar char="•"/>
        <a:tabLst/>
        <a:defRPr sz="2941" kern="1200" spc="0" baseline="0">
          <a:gradFill>
            <a:gsLst>
              <a:gs pos="1250">
                <a:schemeClr val="tx1"/>
              </a:gs>
              <a:gs pos="100000">
                <a:schemeClr val="tx1"/>
              </a:gs>
            </a:gsLst>
            <a:lin ang="5400000" scaled="0"/>
          </a:gradFill>
          <a:latin typeface="+mj-lt"/>
          <a:ea typeface="+mn-ea"/>
          <a:cs typeface="+mn-cs"/>
        </a:defRPr>
      </a:lvl1pPr>
      <a:lvl2pPr marL="429562" marR="0" indent="-177428" algn="l" defTabSz="685845"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2pPr>
      <a:lvl3pPr marL="588314" marR="0" indent="-168090" algn="l" defTabSz="685845" rtl="0" eaLnBrk="1" fontAlgn="auto" latinLnBrk="0" hangingPunct="1">
        <a:lnSpc>
          <a:spcPct val="90000"/>
        </a:lnSpc>
        <a:spcBef>
          <a:spcPct val="20000"/>
        </a:spcBef>
        <a:spcAft>
          <a:spcPts val="0"/>
        </a:spcAft>
        <a:buClrTx/>
        <a:buSzPct val="90000"/>
        <a:buFont typeface="Arial" pitchFamily="34" charset="0"/>
        <a:buChar char="•"/>
        <a:tabLst/>
        <a:defRPr sz="1471" kern="1200" spc="0" baseline="0">
          <a:gradFill>
            <a:gsLst>
              <a:gs pos="1250">
                <a:schemeClr val="tx1"/>
              </a:gs>
              <a:gs pos="100000">
                <a:schemeClr val="tx1"/>
              </a:gs>
            </a:gsLst>
            <a:lin ang="5400000" scaled="0"/>
          </a:gradFill>
          <a:latin typeface="+mn-lt"/>
          <a:ea typeface="+mn-ea"/>
          <a:cs typeface="+mn-cs"/>
        </a:defRPr>
      </a:lvl3pPr>
      <a:lvl4pPr marL="756403" marR="0" indent="-168090" algn="l" defTabSz="685845" rtl="0" eaLnBrk="1" fontAlgn="auto" latinLnBrk="0" hangingPunct="1">
        <a:lnSpc>
          <a:spcPct val="90000"/>
        </a:lnSpc>
        <a:spcBef>
          <a:spcPct val="20000"/>
        </a:spcBef>
        <a:spcAft>
          <a:spcPts val="0"/>
        </a:spcAft>
        <a:buClrTx/>
        <a:buSzPct val="90000"/>
        <a:buFont typeface="Arial" pitchFamily="34" charset="0"/>
        <a:buChar char="•"/>
        <a:tabLst/>
        <a:defRPr sz="1324" kern="1200" spc="0" baseline="0">
          <a:gradFill>
            <a:gsLst>
              <a:gs pos="1250">
                <a:schemeClr val="tx1"/>
              </a:gs>
              <a:gs pos="100000">
                <a:schemeClr val="tx1"/>
              </a:gs>
            </a:gsLst>
            <a:lin ang="5400000" scaled="0"/>
          </a:gradFill>
          <a:latin typeface="+mn-lt"/>
          <a:ea typeface="+mn-ea"/>
          <a:cs typeface="+mn-cs"/>
        </a:defRPr>
      </a:lvl4pPr>
      <a:lvl5pPr marL="924493" marR="0" indent="-168090" algn="l" defTabSz="685845" rtl="0" eaLnBrk="1" fontAlgn="auto" latinLnBrk="0" hangingPunct="1">
        <a:lnSpc>
          <a:spcPct val="90000"/>
        </a:lnSpc>
        <a:spcBef>
          <a:spcPct val="20000"/>
        </a:spcBef>
        <a:spcAft>
          <a:spcPts val="0"/>
        </a:spcAft>
        <a:buClrTx/>
        <a:buSzPct val="90000"/>
        <a:buFont typeface="Arial" pitchFamily="34" charset="0"/>
        <a:buChar char="•"/>
        <a:tabLst/>
        <a:defRPr sz="1324" kern="1200" spc="0" baseline="0">
          <a:gradFill>
            <a:gsLst>
              <a:gs pos="1250">
                <a:schemeClr val="tx1"/>
              </a:gs>
              <a:gs pos="100000">
                <a:schemeClr val="tx1"/>
              </a:gs>
            </a:gsLst>
            <a:lin ang="5400000" scaled="0"/>
          </a:gradFill>
          <a:latin typeface="+mn-lt"/>
          <a:ea typeface="+mn-ea"/>
          <a:cs typeface="+mn-cs"/>
        </a:defRPr>
      </a:lvl5pPr>
      <a:lvl6pPr marL="1886074"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6pPr>
      <a:lvl7pPr marL="2228997"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7pPr>
      <a:lvl8pPr marL="2571920"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8pPr>
      <a:lvl9pPr marL="2914843"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9pPr>
    </p:bodyStyle>
    <p:otherStyle>
      <a:defPPr>
        <a:defRPr lang="en-US"/>
      </a:defPPr>
      <a:lvl1pPr marL="0" algn="l" defTabSz="685845" rtl="0" eaLnBrk="1" latinLnBrk="0" hangingPunct="1">
        <a:defRPr sz="1324" kern="1200">
          <a:solidFill>
            <a:schemeClr val="tx1"/>
          </a:solidFill>
          <a:latin typeface="+mn-lt"/>
          <a:ea typeface="+mn-ea"/>
          <a:cs typeface="+mn-cs"/>
        </a:defRPr>
      </a:lvl1pPr>
      <a:lvl2pPr marL="342923" algn="l" defTabSz="685845" rtl="0" eaLnBrk="1" latinLnBrk="0" hangingPunct="1">
        <a:defRPr sz="1324" kern="1200">
          <a:solidFill>
            <a:schemeClr val="tx1"/>
          </a:solidFill>
          <a:latin typeface="+mn-lt"/>
          <a:ea typeface="+mn-ea"/>
          <a:cs typeface="+mn-cs"/>
        </a:defRPr>
      </a:lvl2pPr>
      <a:lvl3pPr marL="685845" algn="l" defTabSz="685845" rtl="0" eaLnBrk="1" latinLnBrk="0" hangingPunct="1">
        <a:defRPr sz="1324" kern="1200">
          <a:solidFill>
            <a:schemeClr val="tx1"/>
          </a:solidFill>
          <a:latin typeface="+mn-lt"/>
          <a:ea typeface="+mn-ea"/>
          <a:cs typeface="+mn-cs"/>
        </a:defRPr>
      </a:lvl3pPr>
      <a:lvl4pPr marL="1028768" algn="l" defTabSz="685845" rtl="0" eaLnBrk="1" latinLnBrk="0" hangingPunct="1">
        <a:defRPr sz="1324" kern="1200">
          <a:solidFill>
            <a:schemeClr val="tx1"/>
          </a:solidFill>
          <a:latin typeface="+mn-lt"/>
          <a:ea typeface="+mn-ea"/>
          <a:cs typeface="+mn-cs"/>
        </a:defRPr>
      </a:lvl4pPr>
      <a:lvl5pPr marL="1371690" algn="l" defTabSz="685845" rtl="0" eaLnBrk="1" latinLnBrk="0" hangingPunct="1">
        <a:defRPr sz="1324" kern="1200">
          <a:solidFill>
            <a:schemeClr val="tx1"/>
          </a:solidFill>
          <a:latin typeface="+mn-lt"/>
          <a:ea typeface="+mn-ea"/>
          <a:cs typeface="+mn-cs"/>
        </a:defRPr>
      </a:lvl5pPr>
      <a:lvl6pPr marL="1714614" algn="l" defTabSz="685845" rtl="0" eaLnBrk="1" latinLnBrk="0" hangingPunct="1">
        <a:defRPr sz="1324" kern="1200">
          <a:solidFill>
            <a:schemeClr val="tx1"/>
          </a:solidFill>
          <a:latin typeface="+mn-lt"/>
          <a:ea typeface="+mn-ea"/>
          <a:cs typeface="+mn-cs"/>
        </a:defRPr>
      </a:lvl6pPr>
      <a:lvl7pPr marL="2057536" algn="l" defTabSz="685845" rtl="0" eaLnBrk="1" latinLnBrk="0" hangingPunct="1">
        <a:defRPr sz="1324" kern="1200">
          <a:solidFill>
            <a:schemeClr val="tx1"/>
          </a:solidFill>
          <a:latin typeface="+mn-lt"/>
          <a:ea typeface="+mn-ea"/>
          <a:cs typeface="+mn-cs"/>
        </a:defRPr>
      </a:lvl7pPr>
      <a:lvl8pPr marL="2400458" algn="l" defTabSz="685845" rtl="0" eaLnBrk="1" latinLnBrk="0" hangingPunct="1">
        <a:defRPr sz="1324" kern="1200">
          <a:solidFill>
            <a:schemeClr val="tx1"/>
          </a:solidFill>
          <a:latin typeface="+mn-lt"/>
          <a:ea typeface="+mn-ea"/>
          <a:cs typeface="+mn-cs"/>
        </a:defRPr>
      </a:lvl8pPr>
      <a:lvl9pPr marL="2743382" algn="l" defTabSz="685845" rtl="0" eaLnBrk="1" latinLnBrk="0" hangingPunct="1">
        <a:defRPr sz="132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3138841"/>
      </p:ext>
    </p:extLst>
  </p:cSld>
  <p:clrMap bg1="lt1" tx1="dk1" bg2="lt2" tx2="dk2" accent1="accent1" accent2="accent2" accent3="accent3" accent4="accent4" accent5="accent5" accent6="accent6" hlink="hlink" folHlink="folHlink"/>
  <p:sldLayoutIdLst>
    <p:sldLayoutId id="2147483938"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363" rtl="0" eaLnBrk="1" latinLnBrk="0" hangingPunct="1">
        <a:lnSpc>
          <a:spcPct val="90000"/>
        </a:lnSpc>
        <a:spcBef>
          <a:spcPct val="0"/>
        </a:spcBef>
        <a:buNone/>
        <a:defRPr lang="en-US" sz="4000" b="0" kern="1200" cap="none" spc="-100" baseline="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228600" indent="-228600" algn="l" defTabSz="914363" rtl="0" eaLnBrk="1" latinLnBrk="0" hangingPunct="1">
        <a:lnSpc>
          <a:spcPct val="100000"/>
        </a:lnSpc>
        <a:spcBef>
          <a:spcPts val="600"/>
        </a:spcBef>
        <a:buSzPct val="80000"/>
        <a:buFont typeface="Arial" pitchFamily="34" charset="0"/>
        <a:buChar char="•"/>
        <a:defRPr sz="2000" kern="1200">
          <a:gradFill>
            <a:gsLst>
              <a:gs pos="0">
                <a:schemeClr val="tx1"/>
              </a:gs>
              <a:gs pos="86000">
                <a:schemeClr val="tx1"/>
              </a:gs>
            </a:gsLst>
            <a:lin ang="5400000" scaled="0"/>
          </a:gradFill>
          <a:latin typeface="+mn-lt"/>
          <a:ea typeface="+mn-ea"/>
          <a:cs typeface="+mn-cs"/>
        </a:defRPr>
      </a:lvl1pPr>
      <a:lvl2pPr marL="457200" indent="-225425" algn="l" defTabSz="914363" rtl="0" eaLnBrk="1" latinLnBrk="0" hangingPunct="1">
        <a:lnSpc>
          <a:spcPct val="100000"/>
        </a:lnSpc>
        <a:spcBef>
          <a:spcPts val="600"/>
        </a:spcBef>
        <a:buSzPct val="80000"/>
        <a:buFont typeface="Arial" pitchFamily="34" charset="0"/>
        <a:buChar char="•"/>
        <a:defRPr sz="1800" kern="1200">
          <a:gradFill>
            <a:gsLst>
              <a:gs pos="0">
                <a:schemeClr val="tx1"/>
              </a:gs>
              <a:gs pos="86000">
                <a:schemeClr val="tx1"/>
              </a:gs>
            </a:gsLst>
            <a:lin ang="5400000" scaled="0"/>
          </a:gradFill>
          <a:latin typeface="+mn-lt"/>
          <a:ea typeface="+mn-ea"/>
          <a:cs typeface="+mn-cs"/>
        </a:defRPr>
      </a:lvl2pPr>
      <a:lvl3pPr marL="685800" indent="-228600" algn="l" defTabSz="914363" rtl="0" eaLnBrk="1" latinLnBrk="0" hangingPunct="1">
        <a:lnSpc>
          <a:spcPct val="100000"/>
        </a:lnSpc>
        <a:spcBef>
          <a:spcPts val="600"/>
        </a:spcBef>
        <a:buSzPct val="80000"/>
        <a:buFont typeface="Arial" pitchFamily="34" charset="0"/>
        <a:buChar char="•"/>
        <a:defRPr sz="1600" kern="1200">
          <a:gradFill>
            <a:gsLst>
              <a:gs pos="0">
                <a:schemeClr val="tx1"/>
              </a:gs>
              <a:gs pos="86000">
                <a:schemeClr val="tx1"/>
              </a:gs>
            </a:gsLst>
            <a:lin ang="5400000" scaled="0"/>
          </a:gradFill>
          <a:latin typeface="+mn-lt"/>
          <a:ea typeface="+mn-ea"/>
          <a:cs typeface="+mn-cs"/>
        </a:defRPr>
      </a:lvl3pPr>
      <a:lvl4pPr marL="914400" indent="-227013" algn="l" defTabSz="914363" rtl="0" eaLnBrk="1" latinLnBrk="0" hangingPunct="1">
        <a:lnSpc>
          <a:spcPct val="100000"/>
        </a:lnSpc>
        <a:spcBef>
          <a:spcPts val="600"/>
        </a:spcBef>
        <a:buSzPct val="80000"/>
        <a:buFont typeface="Arial" pitchFamily="34" charset="0"/>
        <a:buChar char="•"/>
        <a:defRPr sz="1400" kern="1200">
          <a:gradFill>
            <a:gsLst>
              <a:gs pos="0">
                <a:schemeClr val="tx1"/>
              </a:gs>
              <a:gs pos="86000">
                <a:schemeClr val="tx1"/>
              </a:gs>
            </a:gsLst>
            <a:lin ang="5400000" scaled="0"/>
          </a:gradFill>
          <a:latin typeface="+mn-lt"/>
          <a:ea typeface="+mn-ea"/>
          <a:cs typeface="+mn-cs"/>
        </a:defRPr>
      </a:lvl4pPr>
      <a:lvl5pPr marL="1143000" indent="-228600" algn="l" defTabSz="914363" rtl="0" eaLnBrk="1" latinLnBrk="0" hangingPunct="1">
        <a:lnSpc>
          <a:spcPct val="100000"/>
        </a:lnSpc>
        <a:spcBef>
          <a:spcPts val="600"/>
        </a:spcBef>
        <a:buSzPct val="80000"/>
        <a:buFont typeface="Arial" pitchFamily="34" charset="0"/>
        <a:buChar char="•"/>
        <a:defRPr sz="1200" kern="1200">
          <a:gradFill>
            <a:gsLst>
              <a:gs pos="0">
                <a:schemeClr val="tx1"/>
              </a:gs>
              <a:gs pos="86000">
                <a:schemeClr val="tx1"/>
              </a:gs>
            </a:gsLst>
            <a:lin ang="5400000" scaled="0"/>
          </a:gradFill>
          <a:latin typeface="+mn-lt"/>
          <a:ea typeface="+mn-ea"/>
          <a:cs typeface="+mn-cs"/>
        </a:defRPr>
      </a:lvl5pPr>
      <a:lvl6pPr marL="1370013" indent="-227013" algn="l" defTabSz="914363" rtl="0" eaLnBrk="1" latinLnBrk="0" hangingPunct="1">
        <a:lnSpc>
          <a:spcPct val="100000"/>
        </a:lnSpc>
        <a:spcBef>
          <a:spcPts val="600"/>
        </a:spcBef>
        <a:buFont typeface="Arial" pitchFamily="34" charset="0"/>
        <a:buChar char="•"/>
        <a:defRPr sz="11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76600" y="1085850"/>
            <a:ext cx="5476773" cy="2231380"/>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5" name="Slide Number Placeholder 2"/>
          <p:cNvSpPr>
            <a:spLocks noGrp="1"/>
          </p:cNvSpPr>
          <p:nvPr>
            <p:ph type="sldNum" sz="quarter" idx="4"/>
          </p:nvPr>
        </p:nvSpPr>
        <p:spPr>
          <a:xfrm>
            <a:off x="6781800" y="4767263"/>
            <a:ext cx="2133600" cy="273844"/>
          </a:xfrm>
          <a:prstGeom prst="rect">
            <a:avLst/>
          </a:prstGeom>
        </p:spPr>
        <p:txBody>
          <a:bodyPr/>
          <a:lstStyle>
            <a:lvl1pPr algn="r">
              <a:defRPr/>
            </a:lvl1pPr>
          </a:lstStyle>
          <a:p>
            <a:fld id="{74A398B2-5A34-1A4A-811E-F4027282568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940" r:id="rId1"/>
  </p:sldLayoutIdLst>
  <p:transition>
    <p:fade/>
  </p:transition>
  <p:hf hdr="0" ftr="0" dt="0"/>
  <p:txStyles>
    <p:titleStyle>
      <a:lvl1pPr algn="l" defTabSz="914363" rtl="0" eaLnBrk="1" latinLnBrk="0" hangingPunct="1">
        <a:lnSpc>
          <a:spcPct val="90000"/>
        </a:lnSpc>
        <a:spcBef>
          <a:spcPct val="0"/>
        </a:spcBef>
        <a:buNone/>
        <a:defRPr lang="en-US" sz="4000" b="0" kern="1200" cap="none" spc="-100" baseline="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228600" indent="-228600" algn="l" defTabSz="914363" rtl="0" eaLnBrk="1" latinLnBrk="0" hangingPunct="1">
        <a:lnSpc>
          <a:spcPct val="100000"/>
        </a:lnSpc>
        <a:spcBef>
          <a:spcPts val="600"/>
        </a:spcBef>
        <a:buSzPct val="80000"/>
        <a:buFont typeface="Arial" pitchFamily="34" charset="0"/>
        <a:buChar char="•"/>
        <a:defRPr sz="2800" kern="1200">
          <a:gradFill>
            <a:gsLst>
              <a:gs pos="0">
                <a:schemeClr val="tx1"/>
              </a:gs>
              <a:gs pos="86000">
                <a:schemeClr val="tx1"/>
              </a:gs>
            </a:gsLst>
            <a:lin ang="5400000" scaled="0"/>
          </a:gradFill>
          <a:latin typeface="+mn-lt"/>
          <a:ea typeface="+mn-ea"/>
          <a:cs typeface="+mn-cs"/>
        </a:defRPr>
      </a:lvl1pPr>
      <a:lvl2pPr marL="457200" indent="-225425" algn="l" defTabSz="914363" rtl="0" eaLnBrk="1" latinLnBrk="0" hangingPunct="1">
        <a:lnSpc>
          <a:spcPct val="100000"/>
        </a:lnSpc>
        <a:spcBef>
          <a:spcPts val="600"/>
        </a:spcBef>
        <a:buSzPct val="80000"/>
        <a:buFont typeface="Arial" pitchFamily="34" charset="0"/>
        <a:buChar char="•"/>
        <a:defRPr sz="2400" kern="1200">
          <a:gradFill>
            <a:gsLst>
              <a:gs pos="0">
                <a:schemeClr val="tx1"/>
              </a:gs>
              <a:gs pos="86000">
                <a:schemeClr val="tx1"/>
              </a:gs>
            </a:gsLst>
            <a:lin ang="5400000" scaled="0"/>
          </a:gradFill>
          <a:latin typeface="+mn-lt"/>
          <a:ea typeface="+mn-ea"/>
          <a:cs typeface="+mn-cs"/>
        </a:defRPr>
      </a:lvl2pPr>
      <a:lvl3pPr marL="685800" indent="-228600" algn="l" defTabSz="914363" rtl="0" eaLnBrk="1" latinLnBrk="0" hangingPunct="1">
        <a:lnSpc>
          <a:spcPct val="100000"/>
        </a:lnSpc>
        <a:spcBef>
          <a:spcPts val="600"/>
        </a:spcBef>
        <a:buSzPct val="80000"/>
        <a:buFont typeface="Arial" pitchFamily="34" charset="0"/>
        <a:buChar char="•"/>
        <a:defRPr sz="2000" kern="1200">
          <a:gradFill>
            <a:gsLst>
              <a:gs pos="0">
                <a:schemeClr val="tx1"/>
              </a:gs>
              <a:gs pos="86000">
                <a:schemeClr val="tx1"/>
              </a:gs>
            </a:gsLst>
            <a:lin ang="5400000" scaled="0"/>
          </a:gradFill>
          <a:latin typeface="+mn-lt"/>
          <a:ea typeface="+mn-ea"/>
          <a:cs typeface="+mn-cs"/>
        </a:defRPr>
      </a:lvl3pPr>
      <a:lvl4pPr marL="914400" indent="-227013" algn="l" defTabSz="914363" rtl="0" eaLnBrk="1" latinLnBrk="0" hangingPunct="1">
        <a:lnSpc>
          <a:spcPct val="100000"/>
        </a:lnSpc>
        <a:spcBef>
          <a:spcPts val="600"/>
        </a:spcBef>
        <a:buSzPct val="80000"/>
        <a:buFont typeface="Arial" pitchFamily="34" charset="0"/>
        <a:buChar char="•"/>
        <a:defRPr sz="1800" kern="1200">
          <a:gradFill>
            <a:gsLst>
              <a:gs pos="0">
                <a:schemeClr val="tx1"/>
              </a:gs>
              <a:gs pos="86000">
                <a:schemeClr val="tx1"/>
              </a:gs>
            </a:gsLst>
            <a:lin ang="5400000" scaled="0"/>
          </a:gradFill>
          <a:latin typeface="+mn-lt"/>
          <a:ea typeface="+mn-ea"/>
          <a:cs typeface="+mn-cs"/>
        </a:defRPr>
      </a:lvl4pPr>
      <a:lvl5pPr marL="1143000" indent="-228600" algn="l" defTabSz="914363" rtl="0" eaLnBrk="1" latinLnBrk="0" hangingPunct="1">
        <a:lnSpc>
          <a:spcPct val="100000"/>
        </a:lnSpc>
        <a:spcBef>
          <a:spcPts val="600"/>
        </a:spcBef>
        <a:buSzPct val="80000"/>
        <a:buFont typeface="Arial" pitchFamily="34" charset="0"/>
        <a:buChar char="•"/>
        <a:defRPr sz="1600" kern="1200">
          <a:gradFill>
            <a:gsLst>
              <a:gs pos="0">
                <a:schemeClr val="tx1"/>
              </a:gs>
              <a:gs pos="86000">
                <a:schemeClr val="tx1"/>
              </a:gs>
            </a:gsLst>
            <a:lin ang="5400000" scaled="0"/>
          </a:gradFill>
          <a:latin typeface="+mn-lt"/>
          <a:ea typeface="+mn-ea"/>
          <a:cs typeface="+mn-cs"/>
        </a:defRPr>
      </a:lvl5pPr>
      <a:lvl6pPr marL="1370013" indent="-227013" algn="l" defTabSz="914363" rtl="0" eaLnBrk="1" latinLnBrk="0" hangingPunct="1">
        <a:lnSpc>
          <a:spcPct val="100000"/>
        </a:lnSpc>
        <a:spcBef>
          <a:spcPts val="600"/>
        </a:spcBef>
        <a:buFont typeface="Arial" pitchFamily="34" charset="0"/>
        <a:buChar char="•"/>
        <a:defRPr sz="14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76600" y="1085850"/>
            <a:ext cx="5476773" cy="2231380"/>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cSld>
  <p:clrMap bg1="lt1" tx1="dk1" bg2="lt2" tx2="dk2" accent1="accent1" accent2="accent2" accent3="accent3" accent4="accent4" accent5="accent5" accent6="accent6" hlink="hlink" folHlink="folHlink"/>
  <p:sldLayoutIdLst>
    <p:sldLayoutId id="2147483942" r:id="rId1"/>
  </p:sldLayoutIdLst>
  <p:transition>
    <p:fade/>
  </p:transition>
  <p:hf hdr="0" dt="0"/>
  <p:txStyles>
    <p:titleStyle>
      <a:lvl1pPr algn="l" defTabSz="914363" rtl="0" eaLnBrk="1" latinLnBrk="0" hangingPunct="1">
        <a:lnSpc>
          <a:spcPct val="90000"/>
        </a:lnSpc>
        <a:spcBef>
          <a:spcPct val="0"/>
        </a:spcBef>
        <a:buNone/>
        <a:defRPr lang="en-US" sz="4000" b="0" kern="1200" cap="none" spc="-100" baseline="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228600" indent="-228600" algn="l" defTabSz="914363" rtl="0" eaLnBrk="1" latinLnBrk="0" hangingPunct="1">
        <a:lnSpc>
          <a:spcPct val="100000"/>
        </a:lnSpc>
        <a:spcBef>
          <a:spcPts val="600"/>
        </a:spcBef>
        <a:buSzPct val="80000"/>
        <a:buFont typeface="Arial" pitchFamily="34" charset="0"/>
        <a:buChar char="•"/>
        <a:defRPr sz="2800" kern="1200">
          <a:gradFill>
            <a:gsLst>
              <a:gs pos="0">
                <a:schemeClr val="tx1"/>
              </a:gs>
              <a:gs pos="86000">
                <a:schemeClr val="tx1"/>
              </a:gs>
            </a:gsLst>
            <a:lin ang="5400000" scaled="0"/>
          </a:gradFill>
          <a:latin typeface="+mn-lt"/>
          <a:ea typeface="+mn-ea"/>
          <a:cs typeface="+mn-cs"/>
        </a:defRPr>
      </a:lvl1pPr>
      <a:lvl2pPr marL="457200" indent="-225425" algn="l" defTabSz="914363" rtl="0" eaLnBrk="1" latinLnBrk="0" hangingPunct="1">
        <a:lnSpc>
          <a:spcPct val="100000"/>
        </a:lnSpc>
        <a:spcBef>
          <a:spcPts val="600"/>
        </a:spcBef>
        <a:buSzPct val="80000"/>
        <a:buFont typeface="Arial" pitchFamily="34" charset="0"/>
        <a:buChar char="•"/>
        <a:defRPr sz="2400" kern="1200">
          <a:gradFill>
            <a:gsLst>
              <a:gs pos="0">
                <a:schemeClr val="tx1"/>
              </a:gs>
              <a:gs pos="86000">
                <a:schemeClr val="tx1"/>
              </a:gs>
            </a:gsLst>
            <a:lin ang="5400000" scaled="0"/>
          </a:gradFill>
          <a:latin typeface="+mn-lt"/>
          <a:ea typeface="+mn-ea"/>
          <a:cs typeface="+mn-cs"/>
        </a:defRPr>
      </a:lvl2pPr>
      <a:lvl3pPr marL="685800" indent="-228600" algn="l" defTabSz="914363" rtl="0" eaLnBrk="1" latinLnBrk="0" hangingPunct="1">
        <a:lnSpc>
          <a:spcPct val="100000"/>
        </a:lnSpc>
        <a:spcBef>
          <a:spcPts val="600"/>
        </a:spcBef>
        <a:buSzPct val="80000"/>
        <a:buFont typeface="Arial" pitchFamily="34" charset="0"/>
        <a:buChar char="•"/>
        <a:defRPr sz="2000" kern="1200">
          <a:gradFill>
            <a:gsLst>
              <a:gs pos="0">
                <a:schemeClr val="tx1"/>
              </a:gs>
              <a:gs pos="86000">
                <a:schemeClr val="tx1"/>
              </a:gs>
            </a:gsLst>
            <a:lin ang="5400000" scaled="0"/>
          </a:gradFill>
          <a:latin typeface="+mn-lt"/>
          <a:ea typeface="+mn-ea"/>
          <a:cs typeface="+mn-cs"/>
        </a:defRPr>
      </a:lvl3pPr>
      <a:lvl4pPr marL="914400" indent="-227013" algn="l" defTabSz="914363" rtl="0" eaLnBrk="1" latinLnBrk="0" hangingPunct="1">
        <a:lnSpc>
          <a:spcPct val="100000"/>
        </a:lnSpc>
        <a:spcBef>
          <a:spcPts val="600"/>
        </a:spcBef>
        <a:buSzPct val="80000"/>
        <a:buFont typeface="Arial" pitchFamily="34" charset="0"/>
        <a:buChar char="•"/>
        <a:defRPr sz="1800" kern="1200">
          <a:gradFill>
            <a:gsLst>
              <a:gs pos="0">
                <a:schemeClr val="tx1"/>
              </a:gs>
              <a:gs pos="86000">
                <a:schemeClr val="tx1"/>
              </a:gs>
            </a:gsLst>
            <a:lin ang="5400000" scaled="0"/>
          </a:gradFill>
          <a:latin typeface="+mn-lt"/>
          <a:ea typeface="+mn-ea"/>
          <a:cs typeface="+mn-cs"/>
        </a:defRPr>
      </a:lvl4pPr>
      <a:lvl5pPr marL="1143000" indent="-228600" algn="l" defTabSz="914363" rtl="0" eaLnBrk="1" latinLnBrk="0" hangingPunct="1">
        <a:lnSpc>
          <a:spcPct val="100000"/>
        </a:lnSpc>
        <a:spcBef>
          <a:spcPts val="600"/>
        </a:spcBef>
        <a:buSzPct val="80000"/>
        <a:buFont typeface="Arial" pitchFamily="34" charset="0"/>
        <a:buChar char="•"/>
        <a:defRPr sz="1600" kern="1200">
          <a:gradFill>
            <a:gsLst>
              <a:gs pos="0">
                <a:schemeClr val="tx1"/>
              </a:gs>
              <a:gs pos="86000">
                <a:schemeClr val="tx1"/>
              </a:gs>
            </a:gsLst>
            <a:lin ang="5400000" scaled="0"/>
          </a:gradFill>
          <a:latin typeface="+mn-lt"/>
          <a:ea typeface="+mn-ea"/>
          <a:cs typeface="+mn-cs"/>
        </a:defRPr>
      </a:lvl5pPr>
      <a:lvl6pPr marL="1370013" indent="-227013" algn="l" defTabSz="914363" rtl="0" eaLnBrk="1" latinLnBrk="0" hangingPunct="1">
        <a:lnSpc>
          <a:spcPct val="100000"/>
        </a:lnSpc>
        <a:spcBef>
          <a:spcPts val="600"/>
        </a:spcBef>
        <a:buFont typeface="Arial" pitchFamily="34" charset="0"/>
        <a:buChar char="•"/>
        <a:defRPr sz="14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76600" y="1085850"/>
            <a:ext cx="5476773" cy="2231380"/>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cSld>
  <p:clrMap bg1="lt1" tx1="dk1" bg2="lt2" tx2="dk2" accent1="accent1" accent2="accent2" accent3="accent3" accent4="accent4" accent5="accent5" accent6="accent6" hlink="hlink" folHlink="folHlink"/>
  <p:sldLayoutIdLst>
    <p:sldLayoutId id="2147483944" r:id="rId1"/>
    <p:sldLayoutId id="2147483945" r:id="rId2"/>
  </p:sldLayoutIdLst>
  <p:transition>
    <p:fade/>
  </p:transition>
  <p:hf hdr="0" dt="0"/>
  <p:txStyles>
    <p:titleStyle>
      <a:lvl1pPr algn="l" defTabSz="914363" rtl="0" eaLnBrk="1" latinLnBrk="0" hangingPunct="1">
        <a:lnSpc>
          <a:spcPct val="90000"/>
        </a:lnSpc>
        <a:spcBef>
          <a:spcPct val="0"/>
        </a:spcBef>
        <a:buNone/>
        <a:defRPr lang="en-US" sz="4000" b="0" kern="1200" cap="none" spc="-100" baseline="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228600" indent="-228600" algn="l" defTabSz="914363" rtl="0" eaLnBrk="1" latinLnBrk="0" hangingPunct="1">
        <a:lnSpc>
          <a:spcPct val="100000"/>
        </a:lnSpc>
        <a:spcBef>
          <a:spcPts val="600"/>
        </a:spcBef>
        <a:buSzPct val="80000"/>
        <a:buFont typeface="Arial" pitchFamily="34" charset="0"/>
        <a:buChar char="•"/>
        <a:defRPr sz="2800" kern="1200">
          <a:gradFill>
            <a:gsLst>
              <a:gs pos="0">
                <a:schemeClr val="tx1"/>
              </a:gs>
              <a:gs pos="86000">
                <a:schemeClr val="tx1"/>
              </a:gs>
            </a:gsLst>
            <a:lin ang="5400000" scaled="0"/>
          </a:gradFill>
          <a:latin typeface="+mn-lt"/>
          <a:ea typeface="+mn-ea"/>
          <a:cs typeface="+mn-cs"/>
        </a:defRPr>
      </a:lvl1pPr>
      <a:lvl2pPr marL="457200" indent="-225425" algn="l" defTabSz="914363" rtl="0" eaLnBrk="1" latinLnBrk="0" hangingPunct="1">
        <a:lnSpc>
          <a:spcPct val="100000"/>
        </a:lnSpc>
        <a:spcBef>
          <a:spcPts val="600"/>
        </a:spcBef>
        <a:buSzPct val="80000"/>
        <a:buFont typeface="Arial" pitchFamily="34" charset="0"/>
        <a:buChar char="•"/>
        <a:defRPr sz="2400" kern="1200">
          <a:gradFill>
            <a:gsLst>
              <a:gs pos="0">
                <a:schemeClr val="tx1"/>
              </a:gs>
              <a:gs pos="86000">
                <a:schemeClr val="tx1"/>
              </a:gs>
            </a:gsLst>
            <a:lin ang="5400000" scaled="0"/>
          </a:gradFill>
          <a:latin typeface="+mn-lt"/>
          <a:ea typeface="+mn-ea"/>
          <a:cs typeface="+mn-cs"/>
        </a:defRPr>
      </a:lvl2pPr>
      <a:lvl3pPr marL="685800" indent="-228600" algn="l" defTabSz="914363" rtl="0" eaLnBrk="1" latinLnBrk="0" hangingPunct="1">
        <a:lnSpc>
          <a:spcPct val="100000"/>
        </a:lnSpc>
        <a:spcBef>
          <a:spcPts val="600"/>
        </a:spcBef>
        <a:buSzPct val="80000"/>
        <a:buFont typeface="Arial" pitchFamily="34" charset="0"/>
        <a:buChar char="•"/>
        <a:defRPr sz="2000" kern="1200">
          <a:gradFill>
            <a:gsLst>
              <a:gs pos="0">
                <a:schemeClr val="tx1"/>
              </a:gs>
              <a:gs pos="86000">
                <a:schemeClr val="tx1"/>
              </a:gs>
            </a:gsLst>
            <a:lin ang="5400000" scaled="0"/>
          </a:gradFill>
          <a:latin typeface="+mn-lt"/>
          <a:ea typeface="+mn-ea"/>
          <a:cs typeface="+mn-cs"/>
        </a:defRPr>
      </a:lvl3pPr>
      <a:lvl4pPr marL="914400" indent="-227013" algn="l" defTabSz="914363" rtl="0" eaLnBrk="1" latinLnBrk="0" hangingPunct="1">
        <a:lnSpc>
          <a:spcPct val="100000"/>
        </a:lnSpc>
        <a:spcBef>
          <a:spcPts val="600"/>
        </a:spcBef>
        <a:buSzPct val="80000"/>
        <a:buFont typeface="Arial" pitchFamily="34" charset="0"/>
        <a:buChar char="•"/>
        <a:defRPr sz="1800" kern="1200">
          <a:gradFill>
            <a:gsLst>
              <a:gs pos="0">
                <a:schemeClr val="tx1"/>
              </a:gs>
              <a:gs pos="86000">
                <a:schemeClr val="tx1"/>
              </a:gs>
            </a:gsLst>
            <a:lin ang="5400000" scaled="0"/>
          </a:gradFill>
          <a:latin typeface="+mn-lt"/>
          <a:ea typeface="+mn-ea"/>
          <a:cs typeface="+mn-cs"/>
        </a:defRPr>
      </a:lvl4pPr>
      <a:lvl5pPr marL="1143000" indent="-228600" algn="l" defTabSz="914363" rtl="0" eaLnBrk="1" latinLnBrk="0" hangingPunct="1">
        <a:lnSpc>
          <a:spcPct val="100000"/>
        </a:lnSpc>
        <a:spcBef>
          <a:spcPts val="600"/>
        </a:spcBef>
        <a:buSzPct val="80000"/>
        <a:buFont typeface="Arial" pitchFamily="34" charset="0"/>
        <a:buChar char="•"/>
        <a:defRPr sz="1600" kern="1200">
          <a:gradFill>
            <a:gsLst>
              <a:gs pos="0">
                <a:schemeClr val="tx1"/>
              </a:gs>
              <a:gs pos="86000">
                <a:schemeClr val="tx1"/>
              </a:gs>
            </a:gsLst>
            <a:lin ang="5400000" scaled="0"/>
          </a:gradFill>
          <a:latin typeface="+mn-lt"/>
          <a:ea typeface="+mn-ea"/>
          <a:cs typeface="+mn-cs"/>
        </a:defRPr>
      </a:lvl5pPr>
      <a:lvl6pPr marL="1370013" indent="-227013" algn="l" defTabSz="914363" rtl="0" eaLnBrk="1" latinLnBrk="0" hangingPunct="1">
        <a:lnSpc>
          <a:spcPct val="100000"/>
        </a:lnSpc>
        <a:spcBef>
          <a:spcPts val="600"/>
        </a:spcBef>
        <a:buFont typeface="Arial" pitchFamily="34" charset="0"/>
        <a:buChar char="•"/>
        <a:defRPr sz="14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tags" Target="../tags/tag26.xml"/><Relationship Id="rId21" Type="http://schemas.openxmlformats.org/officeDocument/2006/relationships/tags" Target="../tags/tag21.xml"/><Relationship Id="rId42" Type="http://schemas.openxmlformats.org/officeDocument/2006/relationships/tags" Target="../tags/tag42.xml"/><Relationship Id="rId47" Type="http://schemas.openxmlformats.org/officeDocument/2006/relationships/tags" Target="../tags/tag47.xml"/><Relationship Id="rId63" Type="http://schemas.openxmlformats.org/officeDocument/2006/relationships/tags" Target="../tags/tag63.xml"/><Relationship Id="rId68" Type="http://schemas.openxmlformats.org/officeDocument/2006/relationships/tags" Target="../tags/tag68.xml"/><Relationship Id="rId84" Type="http://schemas.openxmlformats.org/officeDocument/2006/relationships/tags" Target="../tags/tag84.xml"/><Relationship Id="rId89" Type="http://schemas.openxmlformats.org/officeDocument/2006/relationships/image" Target="../media/image8.jpeg"/><Relationship Id="rId16" Type="http://schemas.openxmlformats.org/officeDocument/2006/relationships/tags" Target="../tags/tag16.xml"/><Relationship Id="rId11" Type="http://schemas.openxmlformats.org/officeDocument/2006/relationships/tags" Target="../tags/tag11.xml"/><Relationship Id="rId32" Type="http://schemas.openxmlformats.org/officeDocument/2006/relationships/tags" Target="../tags/tag32.xml"/><Relationship Id="rId37" Type="http://schemas.openxmlformats.org/officeDocument/2006/relationships/tags" Target="../tags/tag37.xml"/><Relationship Id="rId53" Type="http://schemas.openxmlformats.org/officeDocument/2006/relationships/tags" Target="../tags/tag53.xml"/><Relationship Id="rId58" Type="http://schemas.openxmlformats.org/officeDocument/2006/relationships/tags" Target="../tags/tag58.xml"/><Relationship Id="rId74" Type="http://schemas.openxmlformats.org/officeDocument/2006/relationships/tags" Target="../tags/tag74.xml"/><Relationship Id="rId79" Type="http://schemas.openxmlformats.org/officeDocument/2006/relationships/tags" Target="../tags/tag79.xml"/><Relationship Id="rId5" Type="http://schemas.openxmlformats.org/officeDocument/2006/relationships/tags" Target="../tags/tag5.xml"/><Relationship Id="rId90" Type="http://schemas.openxmlformats.org/officeDocument/2006/relationships/image" Target="../media/image9.jpeg"/><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tags" Target="../tags/tag43.xml"/><Relationship Id="rId48" Type="http://schemas.openxmlformats.org/officeDocument/2006/relationships/tags" Target="../tags/tag48.xml"/><Relationship Id="rId56" Type="http://schemas.openxmlformats.org/officeDocument/2006/relationships/tags" Target="../tags/tag56.xml"/><Relationship Id="rId64" Type="http://schemas.openxmlformats.org/officeDocument/2006/relationships/tags" Target="../tags/tag64.xml"/><Relationship Id="rId69" Type="http://schemas.openxmlformats.org/officeDocument/2006/relationships/tags" Target="../tags/tag69.xml"/><Relationship Id="rId77" Type="http://schemas.openxmlformats.org/officeDocument/2006/relationships/tags" Target="../tags/tag77.xml"/><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tags" Target="../tags/tag72.xml"/><Relationship Id="rId80" Type="http://schemas.openxmlformats.org/officeDocument/2006/relationships/tags" Target="../tags/tag80.xml"/><Relationship Id="rId85" Type="http://schemas.openxmlformats.org/officeDocument/2006/relationships/tags" Target="../tags/tag85.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tags" Target="../tags/tag59.xml"/><Relationship Id="rId67" Type="http://schemas.openxmlformats.org/officeDocument/2006/relationships/tags" Target="../tags/tag67.xml"/><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62" Type="http://schemas.openxmlformats.org/officeDocument/2006/relationships/tags" Target="../tags/tag62.xml"/><Relationship Id="rId70" Type="http://schemas.openxmlformats.org/officeDocument/2006/relationships/tags" Target="../tags/tag70.xml"/><Relationship Id="rId75" Type="http://schemas.openxmlformats.org/officeDocument/2006/relationships/tags" Target="../tags/tag75.xml"/><Relationship Id="rId83" Type="http://schemas.openxmlformats.org/officeDocument/2006/relationships/tags" Target="../tags/tag83.xml"/><Relationship Id="rId88" Type="http://schemas.openxmlformats.org/officeDocument/2006/relationships/image" Target="../media/image7.png"/><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tags" Target="../tags/tag65.xml"/><Relationship Id="rId73" Type="http://schemas.openxmlformats.org/officeDocument/2006/relationships/tags" Target="../tags/tag73.xml"/><Relationship Id="rId78" Type="http://schemas.openxmlformats.org/officeDocument/2006/relationships/tags" Target="../tags/tag78.xml"/><Relationship Id="rId81" Type="http://schemas.openxmlformats.org/officeDocument/2006/relationships/tags" Target="../tags/tag81.xml"/><Relationship Id="rId86" Type="http://schemas.openxmlformats.org/officeDocument/2006/relationships/tags" Target="../tags/tag86.xml"/><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 Id="rId34" Type="http://schemas.openxmlformats.org/officeDocument/2006/relationships/tags" Target="../tags/tag34.xml"/><Relationship Id="rId50" Type="http://schemas.openxmlformats.org/officeDocument/2006/relationships/tags" Target="../tags/tag50.xml"/><Relationship Id="rId55" Type="http://schemas.openxmlformats.org/officeDocument/2006/relationships/tags" Target="../tags/tag55.xml"/><Relationship Id="rId76" Type="http://schemas.openxmlformats.org/officeDocument/2006/relationships/tags" Target="../tags/tag76.xml"/><Relationship Id="rId7" Type="http://schemas.openxmlformats.org/officeDocument/2006/relationships/tags" Target="../tags/tag7.xml"/><Relationship Id="rId71" Type="http://schemas.openxmlformats.org/officeDocument/2006/relationships/tags" Target="../tags/tag71.xml"/><Relationship Id="rId2" Type="http://schemas.openxmlformats.org/officeDocument/2006/relationships/tags" Target="../tags/tag2.xml"/><Relationship Id="rId29" Type="http://schemas.openxmlformats.org/officeDocument/2006/relationships/tags" Target="../tags/tag29.xml"/><Relationship Id="rId24" Type="http://schemas.openxmlformats.org/officeDocument/2006/relationships/tags" Target="../tags/tag24.xml"/><Relationship Id="rId40" Type="http://schemas.openxmlformats.org/officeDocument/2006/relationships/tags" Target="../tags/tag40.xml"/><Relationship Id="rId45" Type="http://schemas.openxmlformats.org/officeDocument/2006/relationships/tags" Target="../tags/tag45.xml"/><Relationship Id="rId66" Type="http://schemas.openxmlformats.org/officeDocument/2006/relationships/tags" Target="../tags/tag66.xml"/><Relationship Id="rId87" Type="http://schemas.openxmlformats.org/officeDocument/2006/relationships/slideLayout" Target="../slideLayouts/slideLayout31.xml"/><Relationship Id="rId61" Type="http://schemas.openxmlformats.org/officeDocument/2006/relationships/tags" Target="../tags/tag61.xml"/><Relationship Id="rId82" Type="http://schemas.openxmlformats.org/officeDocument/2006/relationships/tags" Target="../tags/tag82.xml"/><Relationship Id="rId19" Type="http://schemas.openxmlformats.org/officeDocument/2006/relationships/tags" Target="../tags/tag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tle 40">
            <a:extLst>
              <a:ext uri="{FF2B5EF4-FFF2-40B4-BE49-F238E27FC236}">
                <a16:creationId xmlns:a16="http://schemas.microsoft.com/office/drawing/2014/main" id="{806A4C5D-B679-4091-8FE9-C81A435D1318}"/>
              </a:ext>
            </a:extLst>
          </p:cNvPr>
          <p:cNvSpPr>
            <a:spLocks noGrp="1"/>
          </p:cNvSpPr>
          <p:nvPr>
            <p:ph type="title"/>
          </p:nvPr>
        </p:nvSpPr>
        <p:spPr>
          <a:xfrm>
            <a:off x="0" y="7238"/>
            <a:ext cx="9091802" cy="590595"/>
          </a:xfrm>
        </p:spPr>
        <p:txBody>
          <a:bodyPr>
            <a:noAutofit/>
          </a:bodyPr>
          <a:lstStyle/>
          <a:p>
            <a:r>
              <a:rPr lang="en-US" sz="2500" dirty="0"/>
              <a:t>Project  Schedule </a:t>
            </a:r>
          </a:p>
        </p:txBody>
      </p:sp>
      <p:sp>
        <p:nvSpPr>
          <p:cNvPr id="2" name="Slide Number Placeholder 1">
            <a:extLst>
              <a:ext uri="{FF2B5EF4-FFF2-40B4-BE49-F238E27FC236}">
                <a16:creationId xmlns:a16="http://schemas.microsoft.com/office/drawing/2014/main" id="{B0C57B55-2A9D-44C7-BB8E-7FAF27CEB42C}"/>
              </a:ext>
            </a:extLst>
          </p:cNvPr>
          <p:cNvSpPr>
            <a:spLocks noGrp="1"/>
          </p:cNvSpPr>
          <p:nvPr>
            <p:ph type="sldNum" sz="quarter" idx="11"/>
          </p:nvPr>
        </p:nvSpPr>
        <p:spPr/>
        <p:txBody>
          <a:bodyPr/>
          <a:lstStyle/>
          <a:p>
            <a:fld id="{74A398B2-5A34-1A4A-811E-F4027282568C}" type="slidenum">
              <a:rPr lang="en-US" smtClean="0"/>
              <a:pPr/>
              <a:t>1</a:t>
            </a:fld>
            <a:endParaRPr lang="en-US"/>
          </a:p>
        </p:txBody>
      </p:sp>
      <p:sp>
        <p:nvSpPr>
          <p:cNvPr id="42" name="Content Placeholder 41">
            <a:extLst>
              <a:ext uri="{FF2B5EF4-FFF2-40B4-BE49-F238E27FC236}">
                <a16:creationId xmlns:a16="http://schemas.microsoft.com/office/drawing/2014/main" id="{0916FDD5-EB37-46EC-86B0-5C5D10D3F1E0}"/>
              </a:ext>
            </a:extLst>
          </p:cNvPr>
          <p:cNvSpPr>
            <a:spLocks noGrp="1"/>
          </p:cNvSpPr>
          <p:nvPr>
            <p:ph idx="1"/>
          </p:nvPr>
        </p:nvSpPr>
        <p:spPr>
          <a:xfrm>
            <a:off x="255539" y="555725"/>
            <a:ext cx="8360052" cy="697578"/>
          </a:xfrm>
        </p:spPr>
        <p:txBody>
          <a:bodyPr>
            <a:noAutofit/>
          </a:bodyPr>
          <a:lstStyle/>
          <a:p>
            <a:r>
              <a:rPr lang="en-US" sz="800" dirty="0"/>
              <a:t>Agile Delivery;  Sprint 0 ( 3 week) – Discovery &amp; backlog build out; Sprint 1 through Sprint10 (2-week sprints) – Prioritization of backlog, execution</a:t>
            </a:r>
          </a:p>
          <a:p>
            <a:r>
              <a:rPr lang="en-US" sz="800" dirty="0"/>
              <a:t>Tools : Microsoft Teams – team collaboration ;  Azure DevOps – Work, RAID </a:t>
            </a:r>
          </a:p>
        </p:txBody>
      </p:sp>
      <p:sp>
        <p:nvSpPr>
          <p:cNvPr id="3" name="OTLSHAPE_TB_00000000000000000000000000000000_LeftEndCaps">
            <a:extLst>
              <a:ext uri="{FF2B5EF4-FFF2-40B4-BE49-F238E27FC236}">
                <a16:creationId xmlns:a16="http://schemas.microsoft.com/office/drawing/2014/main" id="{D00625F2-F47E-46B0-AD00-B61D9F8194C5}"/>
              </a:ext>
            </a:extLst>
          </p:cNvPr>
          <p:cNvSpPr txBox="1"/>
          <p:nvPr>
            <p:custDataLst>
              <p:tags r:id="rId2"/>
            </p:custDataLst>
          </p:nvPr>
        </p:nvSpPr>
        <p:spPr>
          <a:xfrm>
            <a:off x="255539" y="3909625"/>
            <a:ext cx="448584" cy="276999"/>
          </a:xfrm>
          <a:prstGeom prst="rect">
            <a:avLst/>
          </a:prstGeom>
          <a:noFill/>
        </p:spPr>
        <p:txBody>
          <a:bodyPr vert="horz" wrap="none" lIns="0" tIns="0" rIns="0" bIns="0" rtlCol="0" anchor="ctr" anchorCtr="0">
            <a:spAutoFit/>
          </a:bodyPr>
          <a:lstStyle/>
          <a:p>
            <a:pPr algn="ctr"/>
            <a:r>
              <a:rPr lang="en-US" b="1" spc="-38" dirty="0">
                <a:gradFill flip="none" rotWithShape="1">
                  <a:gsLst>
                    <a:gs pos="0">
                      <a:srgbClr val="ED7D31"/>
                    </a:gs>
                    <a:gs pos="86000">
                      <a:srgbClr val="ED7D31"/>
                    </a:gs>
                  </a:gsLst>
                  <a:lin ang="5400000" scaled="0"/>
                  <a:tileRect/>
                </a:gradFill>
                <a:latin typeface="Calibri" panose="020F0502020204030204" pitchFamily="34" charset="0"/>
              </a:rPr>
              <a:t>2022</a:t>
            </a:r>
          </a:p>
        </p:txBody>
      </p:sp>
      <p:sp>
        <p:nvSpPr>
          <p:cNvPr id="4" name="OTLSHAPE_TB_00000000000000000000000000000000_RightEndCaps">
            <a:extLst>
              <a:ext uri="{FF2B5EF4-FFF2-40B4-BE49-F238E27FC236}">
                <a16:creationId xmlns:a16="http://schemas.microsoft.com/office/drawing/2014/main" id="{32486FEA-3295-42BB-BFB8-B39B61968484}"/>
              </a:ext>
            </a:extLst>
          </p:cNvPr>
          <p:cNvSpPr txBox="1"/>
          <p:nvPr>
            <p:custDataLst>
              <p:tags r:id="rId3"/>
            </p:custDataLst>
          </p:nvPr>
        </p:nvSpPr>
        <p:spPr>
          <a:xfrm>
            <a:off x="8586650" y="4239937"/>
            <a:ext cx="448584" cy="276999"/>
          </a:xfrm>
          <a:prstGeom prst="rect">
            <a:avLst/>
          </a:prstGeom>
          <a:noFill/>
        </p:spPr>
        <p:txBody>
          <a:bodyPr vert="horz" wrap="none" lIns="0" tIns="0" rIns="0" bIns="0" rtlCol="0" anchor="ctr" anchorCtr="0">
            <a:spAutoFit/>
          </a:bodyPr>
          <a:lstStyle/>
          <a:p>
            <a:pPr algn="ctr"/>
            <a:r>
              <a:rPr lang="en-US" b="1" spc="-38" dirty="0">
                <a:gradFill flip="none" rotWithShape="1">
                  <a:gsLst>
                    <a:gs pos="0">
                      <a:srgbClr val="ED7D31"/>
                    </a:gs>
                    <a:gs pos="86000">
                      <a:srgbClr val="ED7D31"/>
                    </a:gs>
                  </a:gsLst>
                  <a:lin ang="5400000" scaled="0"/>
                  <a:tileRect/>
                </a:gradFill>
                <a:latin typeface="Calibri" panose="020F0502020204030204" pitchFamily="34" charset="0"/>
              </a:rPr>
              <a:t>2022</a:t>
            </a:r>
          </a:p>
        </p:txBody>
      </p:sp>
      <p:cxnSp>
        <p:nvCxnSpPr>
          <p:cNvPr id="14" name="OTLSHAPE_T_78c75bd659614bfdb5aa43943fa4a52b_HorizontalConnector1">
            <a:extLst>
              <a:ext uri="{FF2B5EF4-FFF2-40B4-BE49-F238E27FC236}">
                <a16:creationId xmlns:a16="http://schemas.microsoft.com/office/drawing/2014/main" id="{A4BA74AA-0CAB-44F4-AE01-6B67992174DF}"/>
              </a:ext>
            </a:extLst>
          </p:cNvPr>
          <p:cNvCxnSpPr>
            <a:cxnSpLocks/>
          </p:cNvCxnSpPr>
          <p:nvPr>
            <p:custDataLst>
              <p:tags r:id="rId4"/>
            </p:custDataLst>
          </p:nvPr>
        </p:nvCxnSpPr>
        <p:spPr>
          <a:xfrm>
            <a:off x="883900" y="1376743"/>
            <a:ext cx="1733666" cy="0"/>
          </a:xfrm>
          <a:prstGeom prst="line">
            <a:avLst/>
          </a:prstGeom>
          <a:ln w="4763" cap="flat" cmpd="sng" algn="ctr">
            <a:solidFill>
              <a:srgbClr val="CCCCCC"/>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OTLSHAPE_T_bd9d963d148544118d8361084bcda6f2_HorizontalConnector1">
            <a:extLst>
              <a:ext uri="{FF2B5EF4-FFF2-40B4-BE49-F238E27FC236}">
                <a16:creationId xmlns:a16="http://schemas.microsoft.com/office/drawing/2014/main" id="{CC990DC2-E7BF-4B33-97BA-AD48ECED2611}"/>
              </a:ext>
            </a:extLst>
          </p:cNvPr>
          <p:cNvCxnSpPr>
            <a:cxnSpLocks/>
            <a:stCxn id="32" idx="3"/>
            <a:endCxn id="25" idx="2"/>
          </p:cNvCxnSpPr>
          <p:nvPr>
            <p:custDataLst>
              <p:tags r:id="rId5"/>
            </p:custDataLst>
          </p:nvPr>
        </p:nvCxnSpPr>
        <p:spPr>
          <a:xfrm flipV="1">
            <a:off x="921902" y="1546210"/>
            <a:ext cx="1361538" cy="23113"/>
          </a:xfrm>
          <a:prstGeom prst="line">
            <a:avLst/>
          </a:prstGeom>
          <a:ln w="4763" cap="flat" cmpd="sng" algn="ctr">
            <a:solidFill>
              <a:srgbClr val="CCCCCC"/>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OTLSHAPE_T_c8e725e0ab944baf9c43f757763a123a_HorizontalConnector1">
            <a:extLst>
              <a:ext uri="{FF2B5EF4-FFF2-40B4-BE49-F238E27FC236}">
                <a16:creationId xmlns:a16="http://schemas.microsoft.com/office/drawing/2014/main" id="{08A73D36-B7CF-4B3B-A326-D92DAB39D9DE}"/>
              </a:ext>
            </a:extLst>
          </p:cNvPr>
          <p:cNvCxnSpPr>
            <a:cxnSpLocks/>
          </p:cNvCxnSpPr>
          <p:nvPr>
            <p:custDataLst>
              <p:tags r:id="rId6"/>
            </p:custDataLst>
          </p:nvPr>
        </p:nvCxnSpPr>
        <p:spPr>
          <a:xfrm flipV="1">
            <a:off x="843291" y="1719041"/>
            <a:ext cx="2363529" cy="14463"/>
          </a:xfrm>
          <a:prstGeom prst="line">
            <a:avLst/>
          </a:prstGeom>
          <a:ln w="4763" cap="flat" cmpd="sng" algn="ctr">
            <a:solidFill>
              <a:srgbClr val="CCCCCC"/>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OTLSHAPE_T_3484931f200a41709ed0269277ac8c7b_HorizontalConnector1">
            <a:extLst>
              <a:ext uri="{FF2B5EF4-FFF2-40B4-BE49-F238E27FC236}">
                <a16:creationId xmlns:a16="http://schemas.microsoft.com/office/drawing/2014/main" id="{0903CF52-A0BB-4087-B12E-C735270A8A90}"/>
              </a:ext>
            </a:extLst>
          </p:cNvPr>
          <p:cNvCxnSpPr>
            <a:cxnSpLocks/>
            <a:endCxn id="44" idx="2"/>
          </p:cNvCxnSpPr>
          <p:nvPr>
            <p:custDataLst>
              <p:tags r:id="rId7"/>
            </p:custDataLst>
          </p:nvPr>
        </p:nvCxnSpPr>
        <p:spPr>
          <a:xfrm flipV="1">
            <a:off x="850633" y="1880208"/>
            <a:ext cx="2772346" cy="23494"/>
          </a:xfrm>
          <a:prstGeom prst="line">
            <a:avLst/>
          </a:prstGeom>
          <a:ln w="4763" cap="flat" cmpd="sng" algn="ctr">
            <a:solidFill>
              <a:srgbClr val="CCCCCC"/>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OTLSHAPE_TB_00000000000000000000000000000000_ScaleContainer">
            <a:extLst>
              <a:ext uri="{FF2B5EF4-FFF2-40B4-BE49-F238E27FC236}">
                <a16:creationId xmlns:a16="http://schemas.microsoft.com/office/drawing/2014/main" id="{8F856515-2D6A-4308-A82A-ED0527CBFDF4}"/>
              </a:ext>
            </a:extLst>
          </p:cNvPr>
          <p:cNvSpPr/>
          <p:nvPr>
            <p:custDataLst>
              <p:tags r:id="rId8"/>
            </p:custDataLst>
          </p:nvPr>
        </p:nvSpPr>
        <p:spPr bwMode="gray">
          <a:xfrm>
            <a:off x="853090" y="3849912"/>
            <a:ext cx="8238712" cy="381000"/>
          </a:xfrm>
          <a:prstGeom prst="snip2DiagRect">
            <a:avLst>
              <a:gd name="adj1" fmla="val 100000"/>
              <a:gd name="adj2" fmla="val 16667"/>
            </a:avLst>
          </a:prstGeom>
          <a:gradFill flip="none" rotWithShape="1">
            <a:gsLst>
              <a:gs pos="0">
                <a:srgbClr val="44546A"/>
              </a:gs>
              <a:gs pos="100000">
                <a:srgbClr val="52667F"/>
              </a:gs>
            </a:gsLst>
            <a:lin ang="5400000" scaled="1"/>
            <a:tileRect/>
          </a:gradFill>
          <a:ln>
            <a:noFill/>
            <a:headEnd type="none" w="med" len="med"/>
            <a:tailEnd type="none" w="med" len="med"/>
          </a:ln>
          <a:effectLst>
            <a:reflection blurRad="6350" stA="50000" endA="300" endPos="55500" dist="50800" dir="5400000" sy="-100000" algn="bl" rotWithShape="0"/>
          </a:effectLst>
          <a:scene3d>
            <a:camera prst="orthographicFront"/>
            <a:lightRig rig="threePt" dir="t">
              <a:rot lat="0" lon="0" rev="8700000"/>
            </a:lightRig>
          </a:scene3d>
          <a:sp3d>
            <a:bevelT w="165100" h="19050"/>
          </a:sp3d>
          <a:extLst>
            <a:ext uri="{AF507438-7753-43E0-B8FC-AC1667EBCBE1}">
              <a14:hiddenEffects xmlns:a14="http://schemas.microsoft.com/office/drawing/2010/main">
                <a:effectLst>
                  <a:outerShdw blurRad="40000" dist="23000" dir="5400000" rotWithShape="0">
                    <a:srgbClr val="000000">
                      <a:alpha val="35000"/>
                    </a:srgbClr>
                  </a:outerShdw>
                  <a:reflection blurRad="6350" stA="50000" endA="300" endPos="55500" dist="50800" dir="5400000" sy="-100000" algn="bl" rotWithShape="0"/>
                </a:effectLst>
              </a14:hiddenEffects>
            </a:ext>
          </a:ex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a:gradFill>
                <a:gsLst>
                  <a:gs pos="0">
                    <a:srgbClr val="FFFFFF"/>
                  </a:gs>
                  <a:gs pos="100000">
                    <a:srgbClr val="FFFFFF"/>
                  </a:gs>
                </a:gsLst>
                <a:lin ang="5400000" scaled="0"/>
              </a:gradFill>
            </a:endParaRPr>
          </a:p>
        </p:txBody>
      </p:sp>
      <p:sp>
        <p:nvSpPr>
          <p:cNvPr id="6" name="OTLSHAPE_TB_00000000000000000000000000000000_ElapsedTime">
            <a:extLst>
              <a:ext uri="{FF2B5EF4-FFF2-40B4-BE49-F238E27FC236}">
                <a16:creationId xmlns:a16="http://schemas.microsoft.com/office/drawing/2014/main" id="{C9D83871-30C1-41E7-840B-DF1240A95465}"/>
              </a:ext>
            </a:extLst>
          </p:cNvPr>
          <p:cNvSpPr/>
          <p:nvPr>
            <p:custDataLst>
              <p:tags r:id="rId9"/>
            </p:custDataLst>
          </p:nvPr>
        </p:nvSpPr>
        <p:spPr bwMode="gray">
          <a:xfrm>
            <a:off x="843291" y="3879834"/>
            <a:ext cx="1214102" cy="390025"/>
          </a:xfrm>
          <a:prstGeom prst="snip2DiagRect">
            <a:avLst>
              <a:gd name="adj1" fmla="val 100000"/>
              <a:gd name="adj2" fmla="val 30000"/>
            </a:avLst>
          </a:prstGeom>
          <a:solidFill>
            <a:srgbClr val="FF0000">
              <a:alpha val="30196"/>
            </a:srgbClr>
          </a:solidFill>
          <a:ln>
            <a:noFill/>
            <a:headEnd type="none" w="med" len="med"/>
            <a:tailEnd type="none" w="med" len="med"/>
          </a:ln>
          <a:effectLst/>
          <a:scene3d>
            <a:camera prst="orthographicFront"/>
            <a:lightRig rig="threePt" dir="t"/>
          </a:scene3d>
          <a:sp3d>
            <a:bevelT w="12700" h="139700"/>
          </a:sp3d>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a:gradFill>
                <a:gsLst>
                  <a:gs pos="0">
                    <a:srgbClr val="FFFFFF"/>
                  </a:gs>
                  <a:gs pos="100000">
                    <a:srgbClr val="FFFFFF"/>
                  </a:gs>
                </a:gsLst>
                <a:lin ang="5400000" scaled="0"/>
              </a:gradFill>
            </a:endParaRPr>
          </a:p>
        </p:txBody>
      </p:sp>
      <p:sp>
        <p:nvSpPr>
          <p:cNvPr id="7" name="OTLSHAPE_TB_00000000000000000000000000000000_TodayMarkerShape">
            <a:extLst>
              <a:ext uri="{FF2B5EF4-FFF2-40B4-BE49-F238E27FC236}">
                <a16:creationId xmlns:a16="http://schemas.microsoft.com/office/drawing/2014/main" id="{EC4E4106-5425-4052-B30B-DE083C585DE7}"/>
              </a:ext>
            </a:extLst>
          </p:cNvPr>
          <p:cNvSpPr/>
          <p:nvPr>
            <p:custDataLst>
              <p:tags r:id="rId10"/>
            </p:custDataLst>
          </p:nvPr>
        </p:nvSpPr>
        <p:spPr bwMode="gray">
          <a:xfrm>
            <a:off x="7373310" y="4236352"/>
            <a:ext cx="114300" cy="127000"/>
          </a:xfrm>
          <a:prstGeom prst="triangle">
            <a:avLst/>
          </a:prstGeom>
          <a:solidFill>
            <a:srgbClr val="FF0000"/>
          </a:solidFill>
          <a:ln>
            <a:noFill/>
            <a:headEnd type="none" w="med" len="med"/>
            <a:tailEnd type="none" w="med" len="med"/>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a:gradFill>
                <a:gsLst>
                  <a:gs pos="0">
                    <a:srgbClr val="FFFFFF"/>
                  </a:gs>
                  <a:gs pos="100000">
                    <a:srgbClr val="FFFFFF"/>
                  </a:gs>
                </a:gsLst>
                <a:lin ang="5400000" scaled="0"/>
              </a:gradFill>
            </a:endParaRPr>
          </a:p>
        </p:txBody>
      </p:sp>
      <p:sp>
        <p:nvSpPr>
          <p:cNvPr id="8" name="OTLSHAPE_TB_00000000000000000000000000000000_TodayMarkerText">
            <a:extLst>
              <a:ext uri="{FF2B5EF4-FFF2-40B4-BE49-F238E27FC236}">
                <a16:creationId xmlns:a16="http://schemas.microsoft.com/office/drawing/2014/main" id="{F8C7F645-4B05-4788-A587-04F99FBC3BC2}"/>
              </a:ext>
            </a:extLst>
          </p:cNvPr>
          <p:cNvSpPr txBox="1"/>
          <p:nvPr>
            <p:custDataLst>
              <p:tags r:id="rId11"/>
            </p:custDataLst>
          </p:nvPr>
        </p:nvSpPr>
        <p:spPr>
          <a:xfrm>
            <a:off x="7207251" y="4401720"/>
            <a:ext cx="368300" cy="186055"/>
          </a:xfrm>
          <a:prstGeom prst="rect">
            <a:avLst/>
          </a:prstGeom>
          <a:noFill/>
        </p:spPr>
        <p:txBody>
          <a:bodyPr vert="horz" wrap="none" lIns="0" tIns="0" rIns="0" bIns="0" rtlCol="0" anchor="ctr" anchorCtr="0">
            <a:spAutoFit/>
          </a:bodyPr>
          <a:lstStyle/>
          <a:p>
            <a:pPr algn="ctr"/>
            <a:r>
              <a:rPr lang="en-US" sz="1200" spc="-12" dirty="0">
                <a:gradFill flip="none" rotWithShape="1">
                  <a:gsLst>
                    <a:gs pos="0">
                      <a:srgbClr val="000000"/>
                    </a:gs>
                    <a:gs pos="86000">
                      <a:srgbClr val="000000"/>
                    </a:gs>
                  </a:gsLst>
                  <a:lin ang="5400000" scaled="0"/>
                  <a:tileRect/>
                </a:gradFill>
                <a:latin typeface="Calibri" panose="020F0502020204030204" pitchFamily="34" charset="0"/>
              </a:rPr>
              <a:t>Today</a:t>
            </a:r>
          </a:p>
        </p:txBody>
      </p:sp>
      <p:sp>
        <p:nvSpPr>
          <p:cNvPr id="9" name="OTLSHAPE_TB_00000000000000000000000000000000_TimescaleInterval1">
            <a:extLst>
              <a:ext uri="{FF2B5EF4-FFF2-40B4-BE49-F238E27FC236}">
                <a16:creationId xmlns:a16="http://schemas.microsoft.com/office/drawing/2014/main" id="{2ACF4A39-452E-4B5D-8E4F-2EF9DC2EA04B}"/>
              </a:ext>
            </a:extLst>
          </p:cNvPr>
          <p:cNvSpPr txBox="1"/>
          <p:nvPr>
            <p:custDataLst>
              <p:tags r:id="rId12"/>
            </p:custDataLst>
          </p:nvPr>
        </p:nvSpPr>
        <p:spPr>
          <a:xfrm>
            <a:off x="1611032" y="3973138"/>
            <a:ext cx="203200" cy="186055"/>
          </a:xfrm>
          <a:prstGeom prst="rect">
            <a:avLst/>
          </a:prstGeom>
          <a:noFill/>
        </p:spPr>
        <p:txBody>
          <a:bodyPr vert="horz" wrap="none" lIns="0" tIns="0" rIns="0" bIns="0" rtlCol="0" anchor="ctr" anchorCtr="0">
            <a:noAutofit/>
          </a:bodyPr>
          <a:lstStyle/>
          <a:p>
            <a:r>
              <a:rPr lang="en-US" sz="1200" spc="-20" dirty="0">
                <a:gradFill flip="none" rotWithShape="1">
                  <a:gsLst>
                    <a:gs pos="0">
                      <a:schemeClr val="lt1"/>
                    </a:gs>
                    <a:gs pos="86000">
                      <a:schemeClr val="lt1"/>
                    </a:gs>
                  </a:gsLst>
                  <a:lin ang="5400000" scaled="0"/>
                  <a:tileRect/>
                </a:gradFill>
                <a:latin typeface="Calibri" panose="020F0502020204030204" pitchFamily="34" charset="0"/>
              </a:rPr>
              <a:t>Feb</a:t>
            </a:r>
          </a:p>
        </p:txBody>
      </p:sp>
      <p:sp>
        <p:nvSpPr>
          <p:cNvPr id="11" name="OTLSHAPE_TB_00000000000000000000000000000000_TimescaleInterval2">
            <a:extLst>
              <a:ext uri="{FF2B5EF4-FFF2-40B4-BE49-F238E27FC236}">
                <a16:creationId xmlns:a16="http://schemas.microsoft.com/office/drawing/2014/main" id="{5F85E32E-1AB4-4C03-8DD9-DD46D6F80063}"/>
              </a:ext>
            </a:extLst>
          </p:cNvPr>
          <p:cNvSpPr txBox="1"/>
          <p:nvPr>
            <p:custDataLst>
              <p:tags r:id="rId13"/>
            </p:custDataLst>
          </p:nvPr>
        </p:nvSpPr>
        <p:spPr>
          <a:xfrm>
            <a:off x="2630297" y="3837008"/>
            <a:ext cx="477174" cy="254000"/>
          </a:xfrm>
          <a:prstGeom prst="rect">
            <a:avLst/>
          </a:prstGeom>
          <a:noFill/>
        </p:spPr>
        <p:txBody>
          <a:bodyPr vert="horz" wrap="none" lIns="0" tIns="0" rIns="0" bIns="0" rtlCol="0" anchor="ctr" anchorCtr="0">
            <a:noAutofit/>
          </a:bodyPr>
          <a:lstStyle/>
          <a:p>
            <a:endParaRPr lang="en-US" sz="1200" spc="-18" dirty="0">
              <a:gradFill flip="none" rotWithShape="1">
                <a:gsLst>
                  <a:gs pos="0">
                    <a:schemeClr val="lt1"/>
                  </a:gs>
                  <a:gs pos="86000">
                    <a:schemeClr val="lt1"/>
                  </a:gs>
                </a:gsLst>
                <a:lin ang="5400000" scaled="0"/>
                <a:tileRect/>
              </a:gradFill>
              <a:latin typeface="Calibri" panose="020F0502020204030204" pitchFamily="34" charset="0"/>
            </a:endParaRPr>
          </a:p>
          <a:p>
            <a:r>
              <a:rPr lang="en-US" sz="1200" spc="-18" dirty="0">
                <a:gradFill flip="none" rotWithShape="1">
                  <a:gsLst>
                    <a:gs pos="0">
                      <a:schemeClr val="lt1"/>
                    </a:gs>
                    <a:gs pos="86000">
                      <a:schemeClr val="lt1"/>
                    </a:gs>
                  </a:gsLst>
                  <a:lin ang="5400000" scaled="0"/>
                  <a:tileRect/>
                </a:gradFill>
                <a:latin typeface="Calibri" panose="020F0502020204030204" pitchFamily="34" charset="0"/>
              </a:rPr>
              <a:t>Mar	</a:t>
            </a:r>
          </a:p>
        </p:txBody>
      </p:sp>
      <p:sp>
        <p:nvSpPr>
          <p:cNvPr id="13" name="OTLSHAPE_TB_00000000000000000000000000000000_TimescaleInterval3">
            <a:extLst>
              <a:ext uri="{FF2B5EF4-FFF2-40B4-BE49-F238E27FC236}">
                <a16:creationId xmlns:a16="http://schemas.microsoft.com/office/drawing/2014/main" id="{0D27C5BD-B235-4AD8-85C5-5E97C2FF34E8}"/>
              </a:ext>
            </a:extLst>
          </p:cNvPr>
          <p:cNvSpPr txBox="1"/>
          <p:nvPr>
            <p:custDataLst>
              <p:tags r:id="rId14"/>
            </p:custDataLst>
          </p:nvPr>
        </p:nvSpPr>
        <p:spPr>
          <a:xfrm>
            <a:off x="4318843" y="3981820"/>
            <a:ext cx="255776" cy="186055"/>
          </a:xfrm>
          <a:prstGeom prst="rect">
            <a:avLst/>
          </a:prstGeom>
          <a:noFill/>
        </p:spPr>
        <p:txBody>
          <a:bodyPr vert="horz" wrap="none" lIns="0" tIns="0" rIns="0" bIns="0" rtlCol="0" anchor="ctr" anchorCtr="0">
            <a:noAutofit/>
          </a:bodyPr>
          <a:lstStyle/>
          <a:p>
            <a:r>
              <a:rPr lang="en-US" sz="1200" spc="-18" dirty="0">
                <a:gradFill flip="none" rotWithShape="1">
                  <a:gsLst>
                    <a:gs pos="0">
                      <a:schemeClr val="lt1"/>
                    </a:gs>
                    <a:gs pos="86000">
                      <a:schemeClr val="lt1"/>
                    </a:gs>
                  </a:gsLst>
                  <a:lin ang="5400000" scaled="0"/>
                  <a:tileRect/>
                </a:gradFill>
                <a:latin typeface="Calibri" panose="020F0502020204030204" pitchFamily="34" charset="0"/>
              </a:rPr>
              <a:t>Apr</a:t>
            </a:r>
          </a:p>
        </p:txBody>
      </p:sp>
      <p:cxnSp>
        <p:nvCxnSpPr>
          <p:cNvPr id="10" name="OTLSHAPE_TB_00000000000000000000000000000000_Separator1">
            <a:extLst>
              <a:ext uri="{FF2B5EF4-FFF2-40B4-BE49-F238E27FC236}">
                <a16:creationId xmlns:a16="http://schemas.microsoft.com/office/drawing/2014/main" id="{CB57BD6A-8C24-4D78-9CC5-84682AFF88B3}"/>
              </a:ext>
            </a:extLst>
          </p:cNvPr>
          <p:cNvCxnSpPr/>
          <p:nvPr>
            <p:custDataLst>
              <p:tags r:id="rId15"/>
            </p:custDataLst>
          </p:nvPr>
        </p:nvCxnSpPr>
        <p:spPr>
          <a:xfrm>
            <a:off x="2004869" y="3921124"/>
            <a:ext cx="0" cy="254000"/>
          </a:xfrm>
          <a:prstGeom prst="line">
            <a:avLst/>
          </a:prstGeom>
          <a:ln w="4763" cap="flat" cmpd="sng" algn="ctr">
            <a:solidFill>
              <a:schemeClr val="lt1">
                <a:alpha val="29804"/>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OTLSHAPE_TB_00000000000000000000000000000000_Separator2">
            <a:extLst>
              <a:ext uri="{FF2B5EF4-FFF2-40B4-BE49-F238E27FC236}">
                <a16:creationId xmlns:a16="http://schemas.microsoft.com/office/drawing/2014/main" id="{100F81CF-FAED-41E2-B8BF-A07B7C3FB176}"/>
              </a:ext>
            </a:extLst>
          </p:cNvPr>
          <p:cNvCxnSpPr/>
          <p:nvPr>
            <p:custDataLst>
              <p:tags r:id="rId16"/>
            </p:custDataLst>
          </p:nvPr>
        </p:nvCxnSpPr>
        <p:spPr>
          <a:xfrm>
            <a:off x="3734269" y="3921124"/>
            <a:ext cx="0" cy="254000"/>
          </a:xfrm>
          <a:prstGeom prst="line">
            <a:avLst/>
          </a:prstGeom>
          <a:ln w="4763" cap="flat" cmpd="sng" algn="ctr">
            <a:solidFill>
              <a:schemeClr val="lt1">
                <a:alpha val="29804"/>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OTLSHAPE_T_78c75bd659614bfdb5aa43943fa4a52b_Shape">
            <a:extLst>
              <a:ext uri="{FF2B5EF4-FFF2-40B4-BE49-F238E27FC236}">
                <a16:creationId xmlns:a16="http://schemas.microsoft.com/office/drawing/2014/main" id="{AF193859-06D1-46C9-BCC4-A27B351EE64F}"/>
              </a:ext>
            </a:extLst>
          </p:cNvPr>
          <p:cNvSpPr/>
          <p:nvPr>
            <p:custDataLst>
              <p:tags r:id="rId17"/>
            </p:custDataLst>
          </p:nvPr>
        </p:nvSpPr>
        <p:spPr bwMode="gray">
          <a:xfrm>
            <a:off x="1341100" y="1243764"/>
            <a:ext cx="1042595" cy="236763"/>
          </a:xfrm>
          <a:prstGeom prst="snip2DiagRect">
            <a:avLst>
              <a:gd name="adj1" fmla="val 100000"/>
              <a:gd name="adj2" fmla="val 16667"/>
            </a:avLst>
          </a:prstGeom>
          <a:solidFill>
            <a:schemeClr val="tx2">
              <a:lumMod val="50000"/>
            </a:schemeClr>
          </a:solidFill>
          <a:ln>
            <a:noFill/>
            <a:headEnd type="none" w="med" len="med"/>
            <a:tailEnd type="none" w="med" len="med"/>
          </a:ln>
          <a:effectLst/>
          <a:scene3d>
            <a:camera prst="orthographicFront"/>
            <a:lightRig rig="balanced" dir="t">
              <a:rot lat="0" lon="0" rev="8700000"/>
            </a:lightRig>
          </a:scene3d>
          <a:sp3d>
            <a:bevelT w="165100" h="12700"/>
          </a:sp3d>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a:gradFill>
                <a:gsLst>
                  <a:gs pos="0">
                    <a:srgbClr val="FFFFFF"/>
                  </a:gs>
                  <a:gs pos="100000">
                    <a:srgbClr val="FFFFFF"/>
                  </a:gs>
                </a:gsLst>
                <a:lin ang="5400000" scaled="0"/>
              </a:gradFill>
            </a:endParaRPr>
          </a:p>
        </p:txBody>
      </p:sp>
      <p:sp>
        <p:nvSpPr>
          <p:cNvPr id="25" name="OTLSHAPE_T_bd9d963d148544118d8361084bcda6f2_Shape">
            <a:extLst>
              <a:ext uri="{FF2B5EF4-FFF2-40B4-BE49-F238E27FC236}">
                <a16:creationId xmlns:a16="http://schemas.microsoft.com/office/drawing/2014/main" id="{4FA55F10-8C37-4FF6-823A-C34C52A5F6DC}"/>
              </a:ext>
            </a:extLst>
          </p:cNvPr>
          <p:cNvSpPr/>
          <p:nvPr>
            <p:custDataLst>
              <p:tags r:id="rId18"/>
            </p:custDataLst>
          </p:nvPr>
        </p:nvSpPr>
        <p:spPr bwMode="gray">
          <a:xfrm>
            <a:off x="2283440" y="1433668"/>
            <a:ext cx="762000" cy="225083"/>
          </a:xfrm>
          <a:prstGeom prst="snip2DiagRect">
            <a:avLst>
              <a:gd name="adj1" fmla="val 100000"/>
              <a:gd name="adj2" fmla="val 16667"/>
            </a:avLst>
          </a:prstGeom>
          <a:solidFill>
            <a:schemeClr val="tx2">
              <a:lumMod val="50000"/>
            </a:schemeClr>
          </a:solidFill>
          <a:ln>
            <a:noFill/>
            <a:headEnd type="none" w="med" len="med"/>
            <a:tailEnd type="none" w="med" len="med"/>
          </a:ln>
          <a:effectLst/>
          <a:scene3d>
            <a:camera prst="orthographicFront"/>
            <a:lightRig rig="balanced" dir="t">
              <a:rot lat="0" lon="0" rev="8700000"/>
            </a:lightRig>
          </a:scene3d>
          <a:sp3d>
            <a:bevelT w="165100" h="12700"/>
          </a:sp3d>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a:gradFill>
                <a:gsLst>
                  <a:gs pos="0">
                    <a:srgbClr val="FFFFFF"/>
                  </a:gs>
                  <a:gs pos="100000">
                    <a:srgbClr val="FFFFFF"/>
                  </a:gs>
                </a:gsLst>
                <a:lin ang="5400000" scaled="0"/>
              </a:gradFill>
            </a:endParaRPr>
          </a:p>
        </p:txBody>
      </p:sp>
      <p:sp>
        <p:nvSpPr>
          <p:cNvPr id="33" name="OTLSHAPE_T_c8e725e0ab944baf9c43f757763a123a_Shape">
            <a:extLst>
              <a:ext uri="{FF2B5EF4-FFF2-40B4-BE49-F238E27FC236}">
                <a16:creationId xmlns:a16="http://schemas.microsoft.com/office/drawing/2014/main" id="{B069BEA3-1E7C-445C-B00C-8D073DBC6C71}"/>
              </a:ext>
            </a:extLst>
          </p:cNvPr>
          <p:cNvSpPr/>
          <p:nvPr>
            <p:custDataLst>
              <p:tags r:id="rId19"/>
            </p:custDataLst>
          </p:nvPr>
        </p:nvSpPr>
        <p:spPr bwMode="gray">
          <a:xfrm>
            <a:off x="2913182" y="1602505"/>
            <a:ext cx="821087" cy="213021"/>
          </a:xfrm>
          <a:prstGeom prst="snip2DiagRect">
            <a:avLst>
              <a:gd name="adj1" fmla="val 100000"/>
              <a:gd name="adj2" fmla="val 16667"/>
            </a:avLst>
          </a:prstGeom>
          <a:solidFill>
            <a:schemeClr val="tx2">
              <a:lumMod val="50000"/>
            </a:schemeClr>
          </a:solidFill>
          <a:ln>
            <a:noFill/>
            <a:headEnd type="none" w="med" len="med"/>
            <a:tailEnd type="none" w="med" len="med"/>
          </a:ln>
          <a:effectLst/>
          <a:scene3d>
            <a:camera prst="orthographicFront"/>
            <a:lightRig rig="balanced" dir="t">
              <a:rot lat="0" lon="0" rev="8700000"/>
            </a:lightRig>
          </a:scene3d>
          <a:sp3d>
            <a:bevelT w="165100" h="12700"/>
          </a:sp3d>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a:gradFill>
                <a:gsLst>
                  <a:gs pos="0">
                    <a:srgbClr val="FFFFFF"/>
                  </a:gs>
                  <a:gs pos="100000">
                    <a:srgbClr val="FFFFFF"/>
                  </a:gs>
                </a:gsLst>
                <a:lin ang="5400000" scaled="0"/>
              </a:gradFill>
            </a:endParaRPr>
          </a:p>
        </p:txBody>
      </p:sp>
      <p:sp>
        <p:nvSpPr>
          <p:cNvPr id="44" name="OTLSHAPE_T_3484931f200a41709ed0269277ac8c7b_Shape">
            <a:extLst>
              <a:ext uri="{FF2B5EF4-FFF2-40B4-BE49-F238E27FC236}">
                <a16:creationId xmlns:a16="http://schemas.microsoft.com/office/drawing/2014/main" id="{1AAA2BE6-183E-40E1-8632-399B6ADA4E71}"/>
              </a:ext>
            </a:extLst>
          </p:cNvPr>
          <p:cNvSpPr/>
          <p:nvPr>
            <p:custDataLst>
              <p:tags r:id="rId20"/>
            </p:custDataLst>
          </p:nvPr>
        </p:nvSpPr>
        <p:spPr bwMode="gray">
          <a:xfrm>
            <a:off x="3622979" y="1765552"/>
            <a:ext cx="786053" cy="229312"/>
          </a:xfrm>
          <a:prstGeom prst="snip2DiagRect">
            <a:avLst>
              <a:gd name="adj1" fmla="val 100000"/>
              <a:gd name="adj2" fmla="val 16667"/>
            </a:avLst>
          </a:prstGeom>
          <a:solidFill>
            <a:srgbClr val="002050"/>
          </a:solidFill>
          <a:ln>
            <a:noFill/>
            <a:headEnd type="none" w="med" len="med"/>
            <a:tailEnd type="none" w="med" len="med"/>
          </a:ln>
          <a:effectLst>
            <a:innerShdw blurRad="63500" dist="50800" dir="10800000">
              <a:prstClr val="black">
                <a:alpha val="50000"/>
              </a:prstClr>
            </a:innerShdw>
          </a:effectLst>
          <a:scene3d>
            <a:camera prst="orthographicFront"/>
            <a:lightRig rig="balanced" dir="t">
              <a:rot lat="0" lon="0" rev="8700000"/>
            </a:lightRig>
          </a:scene3d>
          <a:sp3d>
            <a:bevelT w="165100" h="12700"/>
          </a:sp3d>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8" name="OTLSHAPE_T_78c75bd659614bfdb5aa43943fa4a52b_ShapePercentage" hidden="1">
            <a:extLst>
              <a:ext uri="{FF2B5EF4-FFF2-40B4-BE49-F238E27FC236}">
                <a16:creationId xmlns:a16="http://schemas.microsoft.com/office/drawing/2014/main" id="{911B4C35-7423-4B1A-970F-8BCBE02A3899}"/>
              </a:ext>
            </a:extLst>
          </p:cNvPr>
          <p:cNvSpPr/>
          <p:nvPr>
            <p:custDataLst>
              <p:tags r:id="rId21"/>
            </p:custDataLst>
          </p:nvPr>
        </p:nvSpPr>
        <p:spPr bwMode="gray">
          <a:xfrm>
            <a:off x="12700" y="12700"/>
            <a:ext cx="0" cy="0"/>
          </a:xfrm>
          <a:prstGeom prst="snip2DiagRect">
            <a:avLst>
              <a:gd name="adj1" fmla="val 100000"/>
              <a:gd name="adj2" fmla="val 16667"/>
            </a:avLst>
          </a:prstGeom>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a:gradFill>
                <a:gsLst>
                  <a:gs pos="0">
                    <a:srgbClr val="FFFFFF"/>
                  </a:gs>
                  <a:gs pos="100000">
                    <a:srgbClr val="FFFFFF"/>
                  </a:gs>
                </a:gsLst>
                <a:lin ang="5400000" scaled="0"/>
              </a:gradFill>
            </a:endParaRPr>
          </a:p>
        </p:txBody>
      </p:sp>
      <p:sp>
        <p:nvSpPr>
          <p:cNvPr id="26" name="OTLSHAPE_T_bd9d963d148544118d8361084bcda6f2_ShapePercentage" hidden="1">
            <a:extLst>
              <a:ext uri="{FF2B5EF4-FFF2-40B4-BE49-F238E27FC236}">
                <a16:creationId xmlns:a16="http://schemas.microsoft.com/office/drawing/2014/main" id="{0BA73A13-E1C9-4EFD-8E9F-65733DAD51AD}"/>
              </a:ext>
            </a:extLst>
          </p:cNvPr>
          <p:cNvSpPr/>
          <p:nvPr>
            <p:custDataLst>
              <p:tags r:id="rId22"/>
            </p:custDataLst>
          </p:nvPr>
        </p:nvSpPr>
        <p:spPr bwMode="gray">
          <a:xfrm>
            <a:off x="12700" y="12700"/>
            <a:ext cx="0" cy="0"/>
          </a:xfrm>
          <a:prstGeom prst="snip2DiagRect">
            <a:avLst>
              <a:gd name="adj1" fmla="val 100000"/>
              <a:gd name="adj2" fmla="val 16667"/>
            </a:avLst>
          </a:prstGeom>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a:gradFill>
                <a:gsLst>
                  <a:gs pos="0">
                    <a:srgbClr val="FFFFFF"/>
                  </a:gs>
                  <a:gs pos="100000">
                    <a:srgbClr val="FFFFFF"/>
                  </a:gs>
                </a:gsLst>
                <a:lin ang="5400000" scaled="0"/>
              </a:gradFill>
            </a:endParaRPr>
          </a:p>
        </p:txBody>
      </p:sp>
      <p:sp>
        <p:nvSpPr>
          <p:cNvPr id="34" name="OTLSHAPE_T_c8e725e0ab944baf9c43f757763a123a_ShapePercentage" hidden="1">
            <a:extLst>
              <a:ext uri="{FF2B5EF4-FFF2-40B4-BE49-F238E27FC236}">
                <a16:creationId xmlns:a16="http://schemas.microsoft.com/office/drawing/2014/main" id="{EC8AC8FA-8F5D-4383-98BE-1BFF0CE6E5AF}"/>
              </a:ext>
            </a:extLst>
          </p:cNvPr>
          <p:cNvSpPr/>
          <p:nvPr>
            <p:custDataLst>
              <p:tags r:id="rId23"/>
            </p:custDataLst>
          </p:nvPr>
        </p:nvSpPr>
        <p:spPr bwMode="gray">
          <a:xfrm>
            <a:off x="12700" y="12700"/>
            <a:ext cx="0" cy="0"/>
          </a:xfrm>
          <a:prstGeom prst="snip2DiagRect">
            <a:avLst>
              <a:gd name="adj1" fmla="val 100000"/>
              <a:gd name="adj2" fmla="val 16667"/>
            </a:avLst>
          </a:prstGeom>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a:gradFill>
                <a:gsLst>
                  <a:gs pos="0">
                    <a:srgbClr val="FFFFFF"/>
                  </a:gs>
                  <a:gs pos="100000">
                    <a:srgbClr val="FFFFFF"/>
                  </a:gs>
                </a:gsLst>
                <a:lin ang="5400000" scaled="0"/>
              </a:gradFill>
            </a:endParaRPr>
          </a:p>
        </p:txBody>
      </p:sp>
      <p:sp>
        <p:nvSpPr>
          <p:cNvPr id="45" name="OTLSHAPE_T_3484931f200a41709ed0269277ac8c7b_ShapePercentage" hidden="1">
            <a:extLst>
              <a:ext uri="{FF2B5EF4-FFF2-40B4-BE49-F238E27FC236}">
                <a16:creationId xmlns:a16="http://schemas.microsoft.com/office/drawing/2014/main" id="{C0501FAD-4706-4837-8809-68BC82DD3458}"/>
              </a:ext>
            </a:extLst>
          </p:cNvPr>
          <p:cNvSpPr/>
          <p:nvPr>
            <p:custDataLst>
              <p:tags r:id="rId24"/>
            </p:custDataLst>
          </p:nvPr>
        </p:nvSpPr>
        <p:spPr bwMode="gray">
          <a:xfrm>
            <a:off x="12700" y="12700"/>
            <a:ext cx="0" cy="0"/>
          </a:xfrm>
          <a:prstGeom prst="snip2DiagRect">
            <a:avLst>
              <a:gd name="adj1" fmla="val 100000"/>
              <a:gd name="adj2" fmla="val 16667"/>
            </a:avLst>
          </a:prstGeom>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a:gradFill>
                <a:gsLst>
                  <a:gs pos="0">
                    <a:srgbClr val="FFFFFF"/>
                  </a:gs>
                  <a:gs pos="100000">
                    <a:srgbClr val="FFFFFF"/>
                  </a:gs>
                </a:gsLst>
                <a:lin ang="5400000" scaled="0"/>
              </a:gradFill>
            </a:endParaRPr>
          </a:p>
        </p:txBody>
      </p:sp>
      <p:sp>
        <p:nvSpPr>
          <p:cNvPr id="19" name="OTLSHAPE_T_78c75bd659614bfdb5aa43943fa4a52b_Duration" hidden="1">
            <a:extLst>
              <a:ext uri="{FF2B5EF4-FFF2-40B4-BE49-F238E27FC236}">
                <a16:creationId xmlns:a16="http://schemas.microsoft.com/office/drawing/2014/main" id="{618381A6-303F-49B6-B237-F14C02A1D07C}"/>
              </a:ext>
            </a:extLst>
          </p:cNvPr>
          <p:cNvSpPr txBox="1"/>
          <p:nvPr>
            <p:custDataLst>
              <p:tags r:id="rId25"/>
            </p:custDataLst>
          </p:nvPr>
        </p:nvSpPr>
        <p:spPr>
          <a:xfrm>
            <a:off x="12700" y="12700"/>
            <a:ext cx="0" cy="492443"/>
          </a:xfrm>
          <a:prstGeom prst="rect">
            <a:avLst/>
          </a:prstGeom>
          <a:noFill/>
        </p:spPr>
        <p:txBody>
          <a:bodyPr vert="horz" wrap="square" lIns="0" tIns="0" rIns="0" bIns="0" rtlCol="0" anchor="ctr" anchorCtr="0">
            <a:spAutoFit/>
          </a:bodyPr>
          <a:lstStyle/>
          <a:p>
            <a:pPr algn="ctr"/>
            <a:endParaRPr lang="en-US" sz="3200">
              <a:gradFill>
                <a:gsLst>
                  <a:gs pos="0">
                    <a:schemeClr val="tx1"/>
                  </a:gs>
                  <a:gs pos="86000">
                    <a:schemeClr val="tx1"/>
                  </a:gs>
                </a:gsLst>
                <a:lin ang="5400000" scaled="0"/>
              </a:gradFill>
            </a:endParaRPr>
          </a:p>
        </p:txBody>
      </p:sp>
      <p:sp>
        <p:nvSpPr>
          <p:cNvPr id="20" name="OTLSHAPE_T_78c75bd659614bfdb5aa43943fa4a52b_TextPercentage" hidden="1">
            <a:extLst>
              <a:ext uri="{FF2B5EF4-FFF2-40B4-BE49-F238E27FC236}">
                <a16:creationId xmlns:a16="http://schemas.microsoft.com/office/drawing/2014/main" id="{BA054DE1-D6F6-4D40-9E3D-ED6992E7B88A}"/>
              </a:ext>
            </a:extLst>
          </p:cNvPr>
          <p:cNvSpPr txBox="1"/>
          <p:nvPr>
            <p:custDataLst>
              <p:tags r:id="rId26"/>
            </p:custDataLst>
          </p:nvPr>
        </p:nvSpPr>
        <p:spPr>
          <a:xfrm>
            <a:off x="12700" y="12700"/>
            <a:ext cx="0" cy="492443"/>
          </a:xfrm>
          <a:prstGeom prst="rect">
            <a:avLst/>
          </a:prstGeom>
          <a:noFill/>
        </p:spPr>
        <p:txBody>
          <a:bodyPr vert="horz" wrap="square" lIns="0" tIns="0" rIns="0" bIns="0" rtlCol="0" anchor="ctr" anchorCtr="0">
            <a:spAutoFit/>
          </a:bodyPr>
          <a:lstStyle/>
          <a:p>
            <a:pPr algn="ctr"/>
            <a:endParaRPr lang="en-US" sz="3200">
              <a:gradFill>
                <a:gsLst>
                  <a:gs pos="0">
                    <a:schemeClr val="tx1"/>
                  </a:gs>
                  <a:gs pos="86000">
                    <a:schemeClr val="tx1"/>
                  </a:gs>
                </a:gsLst>
                <a:lin ang="5400000" scaled="0"/>
              </a:gradFill>
            </a:endParaRPr>
          </a:p>
        </p:txBody>
      </p:sp>
      <p:sp>
        <p:nvSpPr>
          <p:cNvPr id="21" name="OTLSHAPE_T_78c75bd659614bfdb5aa43943fa4a52b_StartDate" hidden="1">
            <a:extLst>
              <a:ext uri="{FF2B5EF4-FFF2-40B4-BE49-F238E27FC236}">
                <a16:creationId xmlns:a16="http://schemas.microsoft.com/office/drawing/2014/main" id="{33FA7B78-AAF7-4436-83FC-B145EB353769}"/>
              </a:ext>
            </a:extLst>
          </p:cNvPr>
          <p:cNvSpPr txBox="1"/>
          <p:nvPr>
            <p:custDataLst>
              <p:tags r:id="rId27"/>
            </p:custDataLst>
          </p:nvPr>
        </p:nvSpPr>
        <p:spPr>
          <a:xfrm>
            <a:off x="12700" y="12700"/>
            <a:ext cx="0" cy="492443"/>
          </a:xfrm>
          <a:prstGeom prst="rect">
            <a:avLst/>
          </a:prstGeom>
          <a:noFill/>
        </p:spPr>
        <p:txBody>
          <a:bodyPr vert="horz" wrap="square" lIns="0" tIns="0" rIns="0" bIns="0" rtlCol="0" anchor="ctr" anchorCtr="0">
            <a:spAutoFit/>
          </a:bodyPr>
          <a:lstStyle/>
          <a:p>
            <a:pPr algn="ctr"/>
            <a:endParaRPr lang="en-US" sz="3200">
              <a:gradFill>
                <a:gsLst>
                  <a:gs pos="0">
                    <a:schemeClr val="tx1"/>
                  </a:gs>
                  <a:gs pos="86000">
                    <a:schemeClr val="tx1"/>
                  </a:gs>
                </a:gsLst>
                <a:lin ang="5400000" scaled="0"/>
              </a:gradFill>
            </a:endParaRPr>
          </a:p>
        </p:txBody>
      </p:sp>
      <p:sp>
        <p:nvSpPr>
          <p:cNvPr id="22" name="OTLSHAPE_T_78c75bd659614bfdb5aa43943fa4a52b_EndDate" hidden="1">
            <a:extLst>
              <a:ext uri="{FF2B5EF4-FFF2-40B4-BE49-F238E27FC236}">
                <a16:creationId xmlns:a16="http://schemas.microsoft.com/office/drawing/2014/main" id="{EAA69668-652A-42F7-B15B-04C352062239}"/>
              </a:ext>
            </a:extLst>
          </p:cNvPr>
          <p:cNvSpPr txBox="1"/>
          <p:nvPr>
            <p:custDataLst>
              <p:tags r:id="rId28"/>
            </p:custDataLst>
          </p:nvPr>
        </p:nvSpPr>
        <p:spPr>
          <a:xfrm>
            <a:off x="12700" y="12700"/>
            <a:ext cx="0" cy="492443"/>
          </a:xfrm>
          <a:prstGeom prst="rect">
            <a:avLst/>
          </a:prstGeom>
          <a:noFill/>
        </p:spPr>
        <p:txBody>
          <a:bodyPr vert="horz" wrap="square" lIns="0" tIns="0" rIns="0" bIns="0" rtlCol="0" anchor="ctr" anchorCtr="0">
            <a:spAutoFit/>
          </a:bodyPr>
          <a:lstStyle/>
          <a:p>
            <a:pPr algn="ctr"/>
            <a:endParaRPr lang="en-US" sz="3200">
              <a:gradFill>
                <a:gsLst>
                  <a:gs pos="0">
                    <a:schemeClr val="tx1"/>
                  </a:gs>
                  <a:gs pos="86000">
                    <a:schemeClr val="tx1"/>
                  </a:gs>
                </a:gsLst>
                <a:lin ang="5400000" scaled="0"/>
              </a:gradFill>
            </a:endParaRPr>
          </a:p>
        </p:txBody>
      </p:sp>
      <p:sp>
        <p:nvSpPr>
          <p:cNvPr id="23" name="OTLSHAPE_T_78c75bd659614bfdb5aa43943fa4a52b_JoinedDate">
            <a:extLst>
              <a:ext uri="{FF2B5EF4-FFF2-40B4-BE49-F238E27FC236}">
                <a16:creationId xmlns:a16="http://schemas.microsoft.com/office/drawing/2014/main" id="{C01B90EB-C95E-4C8E-9A92-00C858A008B9}"/>
              </a:ext>
            </a:extLst>
          </p:cNvPr>
          <p:cNvSpPr txBox="1"/>
          <p:nvPr>
            <p:custDataLst>
              <p:tags r:id="rId29"/>
            </p:custDataLst>
          </p:nvPr>
        </p:nvSpPr>
        <p:spPr>
          <a:xfrm>
            <a:off x="2400307" y="1235664"/>
            <a:ext cx="987979" cy="153888"/>
          </a:xfrm>
          <a:prstGeom prst="rect">
            <a:avLst/>
          </a:prstGeom>
          <a:noFill/>
        </p:spPr>
        <p:txBody>
          <a:bodyPr vert="horz" wrap="square" lIns="0" tIns="0" rIns="0" bIns="0" rtlCol="0" anchor="ctr" anchorCtr="0">
            <a:spAutoFit/>
          </a:bodyPr>
          <a:lstStyle/>
          <a:p>
            <a:r>
              <a:rPr lang="en-US" sz="1000" spc="-4" dirty="0">
                <a:gradFill flip="none" rotWithShape="1">
                  <a:gsLst>
                    <a:gs pos="0">
                      <a:srgbClr val="44546A"/>
                    </a:gs>
                    <a:gs pos="86000">
                      <a:srgbClr val="44546A"/>
                    </a:gs>
                  </a:gsLst>
                  <a:lin ang="5400000" scaled="0"/>
                  <a:tileRect/>
                </a:gradFill>
                <a:latin typeface="Calibri" panose="020F0502020204030204" pitchFamily="34" charset="0"/>
              </a:rPr>
              <a:t>Feb 14 – Mar 04 </a:t>
            </a:r>
          </a:p>
        </p:txBody>
      </p:sp>
      <p:sp>
        <p:nvSpPr>
          <p:cNvPr id="24" name="OTLSHAPE_T_78c75bd659614bfdb5aa43943fa4a52b_Title">
            <a:extLst>
              <a:ext uri="{FF2B5EF4-FFF2-40B4-BE49-F238E27FC236}">
                <a16:creationId xmlns:a16="http://schemas.microsoft.com/office/drawing/2014/main" id="{B6AD36A7-B6C6-4801-9B62-933F1F7FDA3C}"/>
              </a:ext>
            </a:extLst>
          </p:cNvPr>
          <p:cNvSpPr txBox="1"/>
          <p:nvPr>
            <p:custDataLst>
              <p:tags r:id="rId30"/>
            </p:custDataLst>
          </p:nvPr>
        </p:nvSpPr>
        <p:spPr>
          <a:xfrm>
            <a:off x="434446" y="1291484"/>
            <a:ext cx="457200" cy="170519"/>
          </a:xfrm>
          <a:prstGeom prst="rect">
            <a:avLst/>
          </a:prstGeom>
          <a:noFill/>
        </p:spPr>
        <p:txBody>
          <a:bodyPr vert="horz" wrap="square" lIns="0" tIns="0" rIns="0" bIns="0" rtlCol="0" anchor="ctr" anchorCtr="0">
            <a:spAutoFit/>
          </a:bodyPr>
          <a:lstStyle/>
          <a:p>
            <a:r>
              <a:rPr lang="en-US" sz="1100" b="1" spc="-10" dirty="0">
                <a:gradFill flip="none" rotWithShape="1">
                  <a:gsLst>
                    <a:gs pos="0">
                      <a:srgbClr val="000000"/>
                    </a:gs>
                    <a:gs pos="86000">
                      <a:srgbClr val="000000"/>
                    </a:gs>
                  </a:gsLst>
                  <a:lin ang="5400000" scaled="0"/>
                  <a:tileRect/>
                </a:gradFill>
                <a:latin typeface="Calibri" panose="020F0502020204030204" pitchFamily="34" charset="0"/>
              </a:rPr>
              <a:t>Sprint 0</a:t>
            </a:r>
          </a:p>
        </p:txBody>
      </p:sp>
      <p:sp>
        <p:nvSpPr>
          <p:cNvPr id="27" name="OTLSHAPE_T_bd9d963d148544118d8361084bcda6f2_Duration" hidden="1">
            <a:extLst>
              <a:ext uri="{FF2B5EF4-FFF2-40B4-BE49-F238E27FC236}">
                <a16:creationId xmlns:a16="http://schemas.microsoft.com/office/drawing/2014/main" id="{5CC4592D-25D3-4807-8EDA-3CF26BF3DD8C}"/>
              </a:ext>
            </a:extLst>
          </p:cNvPr>
          <p:cNvSpPr txBox="1"/>
          <p:nvPr>
            <p:custDataLst>
              <p:tags r:id="rId31"/>
            </p:custDataLst>
          </p:nvPr>
        </p:nvSpPr>
        <p:spPr>
          <a:xfrm>
            <a:off x="12700" y="12700"/>
            <a:ext cx="0" cy="492443"/>
          </a:xfrm>
          <a:prstGeom prst="rect">
            <a:avLst/>
          </a:prstGeom>
          <a:noFill/>
        </p:spPr>
        <p:txBody>
          <a:bodyPr vert="horz" wrap="square" lIns="0" tIns="0" rIns="0" bIns="0" rtlCol="0" anchor="ctr" anchorCtr="0">
            <a:spAutoFit/>
          </a:bodyPr>
          <a:lstStyle/>
          <a:p>
            <a:pPr algn="ctr"/>
            <a:endParaRPr lang="en-US" sz="3200">
              <a:gradFill>
                <a:gsLst>
                  <a:gs pos="0">
                    <a:schemeClr val="tx1"/>
                  </a:gs>
                  <a:gs pos="86000">
                    <a:schemeClr val="tx1"/>
                  </a:gs>
                </a:gsLst>
                <a:lin ang="5400000" scaled="0"/>
              </a:gradFill>
            </a:endParaRPr>
          </a:p>
        </p:txBody>
      </p:sp>
      <p:sp>
        <p:nvSpPr>
          <p:cNvPr id="28" name="OTLSHAPE_T_bd9d963d148544118d8361084bcda6f2_TextPercentage" hidden="1">
            <a:extLst>
              <a:ext uri="{FF2B5EF4-FFF2-40B4-BE49-F238E27FC236}">
                <a16:creationId xmlns:a16="http://schemas.microsoft.com/office/drawing/2014/main" id="{05390A48-15C4-4245-9F9A-AD844A252B36}"/>
              </a:ext>
            </a:extLst>
          </p:cNvPr>
          <p:cNvSpPr txBox="1"/>
          <p:nvPr>
            <p:custDataLst>
              <p:tags r:id="rId32"/>
            </p:custDataLst>
          </p:nvPr>
        </p:nvSpPr>
        <p:spPr>
          <a:xfrm>
            <a:off x="12700" y="12700"/>
            <a:ext cx="0" cy="492443"/>
          </a:xfrm>
          <a:prstGeom prst="rect">
            <a:avLst/>
          </a:prstGeom>
          <a:noFill/>
        </p:spPr>
        <p:txBody>
          <a:bodyPr vert="horz" wrap="square" lIns="0" tIns="0" rIns="0" bIns="0" rtlCol="0" anchor="ctr" anchorCtr="0">
            <a:spAutoFit/>
          </a:bodyPr>
          <a:lstStyle/>
          <a:p>
            <a:pPr algn="ctr"/>
            <a:endParaRPr lang="en-US" sz="3200">
              <a:gradFill>
                <a:gsLst>
                  <a:gs pos="0">
                    <a:schemeClr val="tx1"/>
                  </a:gs>
                  <a:gs pos="86000">
                    <a:schemeClr val="tx1"/>
                  </a:gs>
                </a:gsLst>
                <a:lin ang="5400000" scaled="0"/>
              </a:gradFill>
            </a:endParaRPr>
          </a:p>
        </p:txBody>
      </p:sp>
      <p:sp>
        <p:nvSpPr>
          <p:cNvPr id="29" name="OTLSHAPE_T_bd9d963d148544118d8361084bcda6f2_StartDate" hidden="1">
            <a:extLst>
              <a:ext uri="{FF2B5EF4-FFF2-40B4-BE49-F238E27FC236}">
                <a16:creationId xmlns:a16="http://schemas.microsoft.com/office/drawing/2014/main" id="{65B34CCB-10FF-4FFF-9B10-29FFD3B2CBBE}"/>
              </a:ext>
            </a:extLst>
          </p:cNvPr>
          <p:cNvSpPr txBox="1"/>
          <p:nvPr>
            <p:custDataLst>
              <p:tags r:id="rId33"/>
            </p:custDataLst>
          </p:nvPr>
        </p:nvSpPr>
        <p:spPr>
          <a:xfrm>
            <a:off x="12700" y="12700"/>
            <a:ext cx="0" cy="492443"/>
          </a:xfrm>
          <a:prstGeom prst="rect">
            <a:avLst/>
          </a:prstGeom>
          <a:noFill/>
        </p:spPr>
        <p:txBody>
          <a:bodyPr vert="horz" wrap="square" lIns="0" tIns="0" rIns="0" bIns="0" rtlCol="0" anchor="ctr" anchorCtr="0">
            <a:spAutoFit/>
          </a:bodyPr>
          <a:lstStyle/>
          <a:p>
            <a:pPr algn="ctr"/>
            <a:endParaRPr lang="en-US" sz="3200">
              <a:gradFill>
                <a:gsLst>
                  <a:gs pos="0">
                    <a:schemeClr val="tx1"/>
                  </a:gs>
                  <a:gs pos="86000">
                    <a:schemeClr val="tx1"/>
                  </a:gs>
                </a:gsLst>
                <a:lin ang="5400000" scaled="0"/>
              </a:gradFill>
            </a:endParaRPr>
          </a:p>
        </p:txBody>
      </p:sp>
      <p:sp>
        <p:nvSpPr>
          <p:cNvPr id="30" name="OTLSHAPE_T_bd9d963d148544118d8361084bcda6f2_EndDate" hidden="1">
            <a:extLst>
              <a:ext uri="{FF2B5EF4-FFF2-40B4-BE49-F238E27FC236}">
                <a16:creationId xmlns:a16="http://schemas.microsoft.com/office/drawing/2014/main" id="{DFAD4C58-1FBD-45BA-A09D-0CFC79D543A5}"/>
              </a:ext>
            </a:extLst>
          </p:cNvPr>
          <p:cNvSpPr txBox="1"/>
          <p:nvPr>
            <p:custDataLst>
              <p:tags r:id="rId34"/>
            </p:custDataLst>
          </p:nvPr>
        </p:nvSpPr>
        <p:spPr>
          <a:xfrm>
            <a:off x="12700" y="12700"/>
            <a:ext cx="0" cy="492443"/>
          </a:xfrm>
          <a:prstGeom prst="rect">
            <a:avLst/>
          </a:prstGeom>
          <a:noFill/>
        </p:spPr>
        <p:txBody>
          <a:bodyPr vert="horz" wrap="square" lIns="0" tIns="0" rIns="0" bIns="0" rtlCol="0" anchor="ctr" anchorCtr="0">
            <a:spAutoFit/>
          </a:bodyPr>
          <a:lstStyle/>
          <a:p>
            <a:pPr algn="ctr"/>
            <a:endParaRPr lang="en-US" sz="3200">
              <a:gradFill>
                <a:gsLst>
                  <a:gs pos="0">
                    <a:schemeClr val="tx1"/>
                  </a:gs>
                  <a:gs pos="86000">
                    <a:schemeClr val="tx1"/>
                  </a:gs>
                </a:gsLst>
                <a:lin ang="5400000" scaled="0"/>
              </a:gradFill>
            </a:endParaRPr>
          </a:p>
        </p:txBody>
      </p:sp>
      <p:sp>
        <p:nvSpPr>
          <p:cNvPr id="31" name="OTLSHAPE_T_bd9d963d148544118d8361084bcda6f2_JoinedDate">
            <a:extLst>
              <a:ext uri="{FF2B5EF4-FFF2-40B4-BE49-F238E27FC236}">
                <a16:creationId xmlns:a16="http://schemas.microsoft.com/office/drawing/2014/main" id="{485DB1ED-7BC6-4DEF-BEF6-669C9180E62D}"/>
              </a:ext>
            </a:extLst>
          </p:cNvPr>
          <p:cNvSpPr txBox="1"/>
          <p:nvPr>
            <p:custDataLst>
              <p:tags r:id="rId35"/>
            </p:custDataLst>
          </p:nvPr>
        </p:nvSpPr>
        <p:spPr>
          <a:xfrm>
            <a:off x="3081817" y="1377067"/>
            <a:ext cx="897287" cy="153888"/>
          </a:xfrm>
          <a:prstGeom prst="rect">
            <a:avLst/>
          </a:prstGeom>
          <a:noFill/>
        </p:spPr>
        <p:txBody>
          <a:bodyPr vert="horz" wrap="square" lIns="0" tIns="0" rIns="0" bIns="0" rtlCol="0" anchor="ctr" anchorCtr="0">
            <a:spAutoFit/>
          </a:bodyPr>
          <a:lstStyle/>
          <a:p>
            <a:r>
              <a:rPr lang="en-US" sz="1000" spc="-4" dirty="0">
                <a:gradFill flip="none" rotWithShape="1">
                  <a:gsLst>
                    <a:gs pos="0">
                      <a:srgbClr val="44546A"/>
                    </a:gs>
                    <a:gs pos="86000">
                      <a:srgbClr val="44546A"/>
                    </a:gs>
                  </a:gsLst>
                  <a:lin ang="5400000" scaled="0"/>
                  <a:tileRect/>
                </a:gradFill>
                <a:latin typeface="Calibri" panose="020F0502020204030204" pitchFamily="34" charset="0"/>
              </a:rPr>
              <a:t>Mar 07 – Mar 18 </a:t>
            </a:r>
          </a:p>
        </p:txBody>
      </p:sp>
      <p:sp>
        <p:nvSpPr>
          <p:cNvPr id="32" name="OTLSHAPE_T_bd9d963d148544118d8361084bcda6f2_Title">
            <a:extLst>
              <a:ext uri="{FF2B5EF4-FFF2-40B4-BE49-F238E27FC236}">
                <a16:creationId xmlns:a16="http://schemas.microsoft.com/office/drawing/2014/main" id="{879AD9EE-296E-4411-85F9-AC0FEDFAB49C}"/>
              </a:ext>
            </a:extLst>
          </p:cNvPr>
          <p:cNvSpPr txBox="1"/>
          <p:nvPr>
            <p:custDataLst>
              <p:tags r:id="rId36"/>
            </p:custDataLst>
          </p:nvPr>
        </p:nvSpPr>
        <p:spPr>
          <a:xfrm>
            <a:off x="439302" y="1484063"/>
            <a:ext cx="482600" cy="170519"/>
          </a:xfrm>
          <a:prstGeom prst="rect">
            <a:avLst/>
          </a:prstGeom>
          <a:noFill/>
        </p:spPr>
        <p:txBody>
          <a:bodyPr vert="horz" wrap="square" lIns="0" tIns="0" rIns="0" bIns="0" rtlCol="0" anchor="ctr" anchorCtr="0">
            <a:spAutoFit/>
          </a:bodyPr>
          <a:lstStyle/>
          <a:p>
            <a:r>
              <a:rPr lang="en-US" sz="1100" b="1" spc="-8">
                <a:gradFill flip="none" rotWithShape="1">
                  <a:gsLst>
                    <a:gs pos="0">
                      <a:srgbClr val="000000"/>
                    </a:gs>
                    <a:gs pos="86000">
                      <a:srgbClr val="000000"/>
                    </a:gs>
                  </a:gsLst>
                  <a:lin ang="5400000" scaled="0"/>
                  <a:tileRect/>
                </a:gradFill>
                <a:latin typeface="Calibri" panose="020F0502020204030204" pitchFamily="34" charset="0"/>
              </a:rPr>
              <a:t>Sprint 1 </a:t>
            </a:r>
          </a:p>
        </p:txBody>
      </p:sp>
      <p:sp>
        <p:nvSpPr>
          <p:cNvPr id="35" name="OTLSHAPE_T_c8e725e0ab944baf9c43f757763a123a_Duration" hidden="1">
            <a:extLst>
              <a:ext uri="{FF2B5EF4-FFF2-40B4-BE49-F238E27FC236}">
                <a16:creationId xmlns:a16="http://schemas.microsoft.com/office/drawing/2014/main" id="{D16DA733-33A1-461A-91D6-380F28147AB3}"/>
              </a:ext>
            </a:extLst>
          </p:cNvPr>
          <p:cNvSpPr txBox="1"/>
          <p:nvPr>
            <p:custDataLst>
              <p:tags r:id="rId37"/>
            </p:custDataLst>
          </p:nvPr>
        </p:nvSpPr>
        <p:spPr>
          <a:xfrm>
            <a:off x="12700" y="12700"/>
            <a:ext cx="0" cy="492443"/>
          </a:xfrm>
          <a:prstGeom prst="rect">
            <a:avLst/>
          </a:prstGeom>
          <a:noFill/>
        </p:spPr>
        <p:txBody>
          <a:bodyPr vert="horz" wrap="square" lIns="0" tIns="0" rIns="0" bIns="0" rtlCol="0" anchor="ctr" anchorCtr="0">
            <a:spAutoFit/>
          </a:bodyPr>
          <a:lstStyle/>
          <a:p>
            <a:pPr algn="ctr"/>
            <a:endParaRPr lang="en-US" sz="3200">
              <a:gradFill>
                <a:gsLst>
                  <a:gs pos="0">
                    <a:schemeClr val="tx1"/>
                  </a:gs>
                  <a:gs pos="86000">
                    <a:schemeClr val="tx1"/>
                  </a:gs>
                </a:gsLst>
                <a:lin ang="5400000" scaled="0"/>
              </a:gradFill>
            </a:endParaRPr>
          </a:p>
        </p:txBody>
      </p:sp>
      <p:sp>
        <p:nvSpPr>
          <p:cNvPr id="36" name="OTLSHAPE_T_c8e725e0ab944baf9c43f757763a123a_TextPercentage" hidden="1">
            <a:extLst>
              <a:ext uri="{FF2B5EF4-FFF2-40B4-BE49-F238E27FC236}">
                <a16:creationId xmlns:a16="http://schemas.microsoft.com/office/drawing/2014/main" id="{37EEAD67-6DC8-4028-9D8D-17A21D124E6D}"/>
              </a:ext>
            </a:extLst>
          </p:cNvPr>
          <p:cNvSpPr txBox="1"/>
          <p:nvPr>
            <p:custDataLst>
              <p:tags r:id="rId38"/>
            </p:custDataLst>
          </p:nvPr>
        </p:nvSpPr>
        <p:spPr>
          <a:xfrm>
            <a:off x="12700" y="12700"/>
            <a:ext cx="0" cy="492443"/>
          </a:xfrm>
          <a:prstGeom prst="rect">
            <a:avLst/>
          </a:prstGeom>
          <a:noFill/>
        </p:spPr>
        <p:txBody>
          <a:bodyPr vert="horz" wrap="square" lIns="0" tIns="0" rIns="0" bIns="0" rtlCol="0" anchor="ctr" anchorCtr="0">
            <a:spAutoFit/>
          </a:bodyPr>
          <a:lstStyle/>
          <a:p>
            <a:pPr algn="ctr"/>
            <a:endParaRPr lang="en-US" sz="3200">
              <a:gradFill>
                <a:gsLst>
                  <a:gs pos="0">
                    <a:schemeClr val="tx1"/>
                  </a:gs>
                  <a:gs pos="86000">
                    <a:schemeClr val="tx1"/>
                  </a:gs>
                </a:gsLst>
                <a:lin ang="5400000" scaled="0"/>
              </a:gradFill>
            </a:endParaRPr>
          </a:p>
        </p:txBody>
      </p:sp>
      <p:sp>
        <p:nvSpPr>
          <p:cNvPr id="37" name="OTLSHAPE_T_c8e725e0ab944baf9c43f757763a123a_StartDate" hidden="1">
            <a:extLst>
              <a:ext uri="{FF2B5EF4-FFF2-40B4-BE49-F238E27FC236}">
                <a16:creationId xmlns:a16="http://schemas.microsoft.com/office/drawing/2014/main" id="{76C51C25-CF90-4B3E-B039-4AFFFF78761D}"/>
              </a:ext>
            </a:extLst>
          </p:cNvPr>
          <p:cNvSpPr txBox="1"/>
          <p:nvPr>
            <p:custDataLst>
              <p:tags r:id="rId39"/>
            </p:custDataLst>
          </p:nvPr>
        </p:nvSpPr>
        <p:spPr>
          <a:xfrm>
            <a:off x="12700" y="12700"/>
            <a:ext cx="0" cy="492443"/>
          </a:xfrm>
          <a:prstGeom prst="rect">
            <a:avLst/>
          </a:prstGeom>
          <a:noFill/>
        </p:spPr>
        <p:txBody>
          <a:bodyPr vert="horz" wrap="square" lIns="0" tIns="0" rIns="0" bIns="0" rtlCol="0" anchor="ctr" anchorCtr="0">
            <a:spAutoFit/>
          </a:bodyPr>
          <a:lstStyle/>
          <a:p>
            <a:pPr algn="ctr"/>
            <a:endParaRPr lang="en-US" sz="3200">
              <a:gradFill>
                <a:gsLst>
                  <a:gs pos="0">
                    <a:schemeClr val="tx1"/>
                  </a:gs>
                  <a:gs pos="86000">
                    <a:schemeClr val="tx1"/>
                  </a:gs>
                </a:gsLst>
                <a:lin ang="5400000" scaled="0"/>
              </a:gradFill>
            </a:endParaRPr>
          </a:p>
        </p:txBody>
      </p:sp>
      <p:sp>
        <p:nvSpPr>
          <p:cNvPr id="38" name="OTLSHAPE_T_c8e725e0ab944baf9c43f757763a123a_EndDate" hidden="1">
            <a:extLst>
              <a:ext uri="{FF2B5EF4-FFF2-40B4-BE49-F238E27FC236}">
                <a16:creationId xmlns:a16="http://schemas.microsoft.com/office/drawing/2014/main" id="{2383067C-ADE8-4726-AD40-FFA1B08D882A}"/>
              </a:ext>
            </a:extLst>
          </p:cNvPr>
          <p:cNvSpPr txBox="1"/>
          <p:nvPr>
            <p:custDataLst>
              <p:tags r:id="rId40"/>
            </p:custDataLst>
          </p:nvPr>
        </p:nvSpPr>
        <p:spPr>
          <a:xfrm>
            <a:off x="12700" y="12700"/>
            <a:ext cx="0" cy="492443"/>
          </a:xfrm>
          <a:prstGeom prst="rect">
            <a:avLst/>
          </a:prstGeom>
          <a:noFill/>
        </p:spPr>
        <p:txBody>
          <a:bodyPr vert="horz" wrap="square" lIns="0" tIns="0" rIns="0" bIns="0" rtlCol="0" anchor="ctr" anchorCtr="0">
            <a:spAutoFit/>
          </a:bodyPr>
          <a:lstStyle/>
          <a:p>
            <a:pPr algn="ctr"/>
            <a:endParaRPr lang="en-US" sz="3200">
              <a:gradFill>
                <a:gsLst>
                  <a:gs pos="0">
                    <a:schemeClr val="tx1"/>
                  </a:gs>
                  <a:gs pos="86000">
                    <a:schemeClr val="tx1"/>
                  </a:gs>
                </a:gsLst>
                <a:lin ang="5400000" scaled="0"/>
              </a:gradFill>
            </a:endParaRPr>
          </a:p>
        </p:txBody>
      </p:sp>
      <p:sp>
        <p:nvSpPr>
          <p:cNvPr id="39" name="OTLSHAPE_T_c8e725e0ab944baf9c43f757763a123a_JoinedDate">
            <a:extLst>
              <a:ext uri="{FF2B5EF4-FFF2-40B4-BE49-F238E27FC236}">
                <a16:creationId xmlns:a16="http://schemas.microsoft.com/office/drawing/2014/main" id="{81160A74-D0D5-4813-8D93-7451C904735A}"/>
              </a:ext>
            </a:extLst>
          </p:cNvPr>
          <p:cNvSpPr txBox="1"/>
          <p:nvPr>
            <p:custDataLst>
              <p:tags r:id="rId41"/>
            </p:custDataLst>
          </p:nvPr>
        </p:nvSpPr>
        <p:spPr>
          <a:xfrm>
            <a:off x="3743562" y="1524397"/>
            <a:ext cx="1000579" cy="153888"/>
          </a:xfrm>
          <a:prstGeom prst="rect">
            <a:avLst/>
          </a:prstGeom>
          <a:noFill/>
        </p:spPr>
        <p:txBody>
          <a:bodyPr vert="horz" wrap="square" lIns="0" tIns="0" rIns="0" bIns="0" rtlCol="0" anchor="ctr" anchorCtr="0">
            <a:spAutoFit/>
          </a:bodyPr>
          <a:lstStyle/>
          <a:p>
            <a:r>
              <a:rPr lang="en-US" sz="1000" spc="-4" dirty="0">
                <a:gradFill flip="none" rotWithShape="1">
                  <a:gsLst>
                    <a:gs pos="0">
                      <a:srgbClr val="44546A"/>
                    </a:gs>
                    <a:gs pos="86000">
                      <a:srgbClr val="44546A"/>
                    </a:gs>
                  </a:gsLst>
                  <a:lin ang="5400000" scaled="0"/>
                  <a:tileRect/>
                </a:gradFill>
                <a:latin typeface="Calibri" panose="020F0502020204030204" pitchFamily="34" charset="0"/>
              </a:rPr>
              <a:t> Mar 21 – Apr 1</a:t>
            </a:r>
          </a:p>
        </p:txBody>
      </p:sp>
      <p:sp>
        <p:nvSpPr>
          <p:cNvPr id="40" name="OTLSHAPE_T_c8e725e0ab944baf9c43f757763a123a_Title">
            <a:extLst>
              <a:ext uri="{FF2B5EF4-FFF2-40B4-BE49-F238E27FC236}">
                <a16:creationId xmlns:a16="http://schemas.microsoft.com/office/drawing/2014/main" id="{88B663D5-0C53-4503-83D8-08244075FFB0}"/>
              </a:ext>
            </a:extLst>
          </p:cNvPr>
          <p:cNvSpPr txBox="1"/>
          <p:nvPr>
            <p:custDataLst>
              <p:tags r:id="rId42"/>
            </p:custDataLst>
          </p:nvPr>
        </p:nvSpPr>
        <p:spPr>
          <a:xfrm>
            <a:off x="434446" y="1640734"/>
            <a:ext cx="457200" cy="170519"/>
          </a:xfrm>
          <a:prstGeom prst="rect">
            <a:avLst/>
          </a:prstGeom>
          <a:noFill/>
        </p:spPr>
        <p:txBody>
          <a:bodyPr vert="horz" wrap="square" lIns="0" tIns="0" rIns="0" bIns="0" rtlCol="0" anchor="ctr" anchorCtr="0">
            <a:spAutoFit/>
          </a:bodyPr>
          <a:lstStyle/>
          <a:p>
            <a:r>
              <a:rPr lang="en-US" sz="1100" b="1" spc="-10" dirty="0">
                <a:gradFill flip="none" rotWithShape="1">
                  <a:gsLst>
                    <a:gs pos="0">
                      <a:srgbClr val="000000"/>
                    </a:gs>
                    <a:gs pos="86000">
                      <a:srgbClr val="000000"/>
                    </a:gs>
                  </a:gsLst>
                  <a:lin ang="5400000" scaled="0"/>
                  <a:tileRect/>
                </a:gradFill>
                <a:latin typeface="Calibri" panose="020F0502020204030204" pitchFamily="34" charset="0"/>
              </a:rPr>
              <a:t>Sprint 2</a:t>
            </a:r>
          </a:p>
        </p:txBody>
      </p:sp>
      <p:sp>
        <p:nvSpPr>
          <p:cNvPr id="46" name="OTLSHAPE_T_3484931f200a41709ed0269277ac8c7b_Duration" hidden="1">
            <a:extLst>
              <a:ext uri="{FF2B5EF4-FFF2-40B4-BE49-F238E27FC236}">
                <a16:creationId xmlns:a16="http://schemas.microsoft.com/office/drawing/2014/main" id="{23E4FE9C-287F-4028-8F31-DFA7D86E6BB6}"/>
              </a:ext>
            </a:extLst>
          </p:cNvPr>
          <p:cNvSpPr txBox="1"/>
          <p:nvPr>
            <p:custDataLst>
              <p:tags r:id="rId43"/>
            </p:custDataLst>
          </p:nvPr>
        </p:nvSpPr>
        <p:spPr>
          <a:xfrm>
            <a:off x="12700" y="12700"/>
            <a:ext cx="0" cy="492443"/>
          </a:xfrm>
          <a:prstGeom prst="rect">
            <a:avLst/>
          </a:prstGeom>
          <a:noFill/>
        </p:spPr>
        <p:txBody>
          <a:bodyPr vert="horz" wrap="square" lIns="0" tIns="0" rIns="0" bIns="0" rtlCol="0" anchor="ctr" anchorCtr="0">
            <a:spAutoFit/>
          </a:bodyPr>
          <a:lstStyle/>
          <a:p>
            <a:pPr algn="ctr"/>
            <a:endParaRPr lang="en-US" sz="3200">
              <a:gradFill>
                <a:gsLst>
                  <a:gs pos="0">
                    <a:schemeClr val="tx1"/>
                  </a:gs>
                  <a:gs pos="86000">
                    <a:schemeClr val="tx1"/>
                  </a:gs>
                </a:gsLst>
                <a:lin ang="5400000" scaled="0"/>
              </a:gradFill>
            </a:endParaRPr>
          </a:p>
        </p:txBody>
      </p:sp>
      <p:sp>
        <p:nvSpPr>
          <p:cNvPr id="47" name="OTLSHAPE_T_3484931f200a41709ed0269277ac8c7b_TextPercentage" hidden="1">
            <a:extLst>
              <a:ext uri="{FF2B5EF4-FFF2-40B4-BE49-F238E27FC236}">
                <a16:creationId xmlns:a16="http://schemas.microsoft.com/office/drawing/2014/main" id="{20190744-64A4-4D73-9719-F734DB0F35BD}"/>
              </a:ext>
            </a:extLst>
          </p:cNvPr>
          <p:cNvSpPr txBox="1"/>
          <p:nvPr>
            <p:custDataLst>
              <p:tags r:id="rId44"/>
            </p:custDataLst>
          </p:nvPr>
        </p:nvSpPr>
        <p:spPr>
          <a:xfrm>
            <a:off x="12700" y="12700"/>
            <a:ext cx="0" cy="492443"/>
          </a:xfrm>
          <a:prstGeom prst="rect">
            <a:avLst/>
          </a:prstGeom>
          <a:noFill/>
        </p:spPr>
        <p:txBody>
          <a:bodyPr vert="horz" wrap="square" lIns="0" tIns="0" rIns="0" bIns="0" rtlCol="0" anchor="ctr" anchorCtr="0">
            <a:spAutoFit/>
          </a:bodyPr>
          <a:lstStyle/>
          <a:p>
            <a:pPr algn="ctr"/>
            <a:endParaRPr lang="en-US" sz="3200">
              <a:gradFill>
                <a:gsLst>
                  <a:gs pos="0">
                    <a:schemeClr val="tx1"/>
                  </a:gs>
                  <a:gs pos="86000">
                    <a:schemeClr val="tx1"/>
                  </a:gs>
                </a:gsLst>
                <a:lin ang="5400000" scaled="0"/>
              </a:gradFill>
            </a:endParaRPr>
          </a:p>
        </p:txBody>
      </p:sp>
      <p:sp>
        <p:nvSpPr>
          <p:cNvPr id="48" name="OTLSHAPE_T_3484931f200a41709ed0269277ac8c7b_StartDate" hidden="1">
            <a:extLst>
              <a:ext uri="{FF2B5EF4-FFF2-40B4-BE49-F238E27FC236}">
                <a16:creationId xmlns:a16="http://schemas.microsoft.com/office/drawing/2014/main" id="{1FE198DE-CD62-47F5-BFF0-492F2087E05B}"/>
              </a:ext>
            </a:extLst>
          </p:cNvPr>
          <p:cNvSpPr txBox="1"/>
          <p:nvPr>
            <p:custDataLst>
              <p:tags r:id="rId45"/>
            </p:custDataLst>
          </p:nvPr>
        </p:nvSpPr>
        <p:spPr>
          <a:xfrm>
            <a:off x="12700" y="12700"/>
            <a:ext cx="0" cy="492443"/>
          </a:xfrm>
          <a:prstGeom prst="rect">
            <a:avLst/>
          </a:prstGeom>
          <a:noFill/>
        </p:spPr>
        <p:txBody>
          <a:bodyPr vert="horz" wrap="square" lIns="0" tIns="0" rIns="0" bIns="0" rtlCol="0" anchor="ctr" anchorCtr="0">
            <a:spAutoFit/>
          </a:bodyPr>
          <a:lstStyle/>
          <a:p>
            <a:pPr algn="ctr"/>
            <a:endParaRPr lang="en-US" sz="3200">
              <a:gradFill>
                <a:gsLst>
                  <a:gs pos="0">
                    <a:schemeClr val="tx1"/>
                  </a:gs>
                  <a:gs pos="86000">
                    <a:schemeClr val="tx1"/>
                  </a:gs>
                </a:gsLst>
                <a:lin ang="5400000" scaled="0"/>
              </a:gradFill>
            </a:endParaRPr>
          </a:p>
        </p:txBody>
      </p:sp>
      <p:sp>
        <p:nvSpPr>
          <p:cNvPr id="49" name="OTLSHAPE_T_3484931f200a41709ed0269277ac8c7b_EndDate" hidden="1">
            <a:extLst>
              <a:ext uri="{FF2B5EF4-FFF2-40B4-BE49-F238E27FC236}">
                <a16:creationId xmlns:a16="http://schemas.microsoft.com/office/drawing/2014/main" id="{3505AE17-8BE3-4BCB-8EAA-3C4B69B89B0D}"/>
              </a:ext>
            </a:extLst>
          </p:cNvPr>
          <p:cNvSpPr txBox="1"/>
          <p:nvPr>
            <p:custDataLst>
              <p:tags r:id="rId46"/>
            </p:custDataLst>
          </p:nvPr>
        </p:nvSpPr>
        <p:spPr>
          <a:xfrm>
            <a:off x="12700" y="12700"/>
            <a:ext cx="0" cy="492443"/>
          </a:xfrm>
          <a:prstGeom prst="rect">
            <a:avLst/>
          </a:prstGeom>
          <a:noFill/>
        </p:spPr>
        <p:txBody>
          <a:bodyPr vert="horz" wrap="square" lIns="0" tIns="0" rIns="0" bIns="0" rtlCol="0" anchor="ctr" anchorCtr="0">
            <a:spAutoFit/>
          </a:bodyPr>
          <a:lstStyle/>
          <a:p>
            <a:pPr algn="ctr"/>
            <a:endParaRPr lang="en-US" sz="3200">
              <a:gradFill>
                <a:gsLst>
                  <a:gs pos="0">
                    <a:schemeClr val="tx1"/>
                  </a:gs>
                  <a:gs pos="86000">
                    <a:schemeClr val="tx1"/>
                  </a:gs>
                </a:gsLst>
                <a:lin ang="5400000" scaled="0"/>
              </a:gradFill>
            </a:endParaRPr>
          </a:p>
        </p:txBody>
      </p:sp>
      <p:sp>
        <p:nvSpPr>
          <p:cNvPr id="50" name="OTLSHAPE_T_3484931f200a41709ed0269277ac8c7b_JoinedDate">
            <a:extLst>
              <a:ext uri="{FF2B5EF4-FFF2-40B4-BE49-F238E27FC236}">
                <a16:creationId xmlns:a16="http://schemas.microsoft.com/office/drawing/2014/main" id="{E36F653F-7226-4F55-86E3-A0720BDA070F}"/>
              </a:ext>
            </a:extLst>
          </p:cNvPr>
          <p:cNvSpPr txBox="1"/>
          <p:nvPr>
            <p:custDataLst>
              <p:tags r:id="rId47"/>
            </p:custDataLst>
          </p:nvPr>
        </p:nvSpPr>
        <p:spPr>
          <a:xfrm>
            <a:off x="4444066" y="1739956"/>
            <a:ext cx="813118" cy="153888"/>
          </a:xfrm>
          <a:prstGeom prst="rect">
            <a:avLst/>
          </a:prstGeom>
          <a:noFill/>
        </p:spPr>
        <p:txBody>
          <a:bodyPr vert="horz" wrap="square" lIns="0" tIns="0" rIns="0" bIns="0" rtlCol="0" anchor="ctr" anchorCtr="0">
            <a:spAutoFit/>
          </a:bodyPr>
          <a:lstStyle/>
          <a:p>
            <a:r>
              <a:rPr lang="en-US" sz="1000" spc="-2" dirty="0">
                <a:gradFill flip="none" rotWithShape="1">
                  <a:gsLst>
                    <a:gs pos="0">
                      <a:srgbClr val="44546A"/>
                    </a:gs>
                    <a:gs pos="86000">
                      <a:srgbClr val="44546A"/>
                    </a:gs>
                  </a:gsLst>
                  <a:lin ang="5400000" scaled="0"/>
                  <a:tileRect/>
                </a:gradFill>
                <a:latin typeface="Calibri" panose="020F0502020204030204" pitchFamily="34" charset="0"/>
              </a:rPr>
              <a:t>Apr 04 – Apr 15</a:t>
            </a:r>
          </a:p>
        </p:txBody>
      </p:sp>
      <p:sp>
        <p:nvSpPr>
          <p:cNvPr id="51" name="OTLSHAPE_T_3484931f200a41709ed0269277ac8c7b_Title">
            <a:extLst>
              <a:ext uri="{FF2B5EF4-FFF2-40B4-BE49-F238E27FC236}">
                <a16:creationId xmlns:a16="http://schemas.microsoft.com/office/drawing/2014/main" id="{2BBC2E37-6406-4FE7-9485-AB11E18A054B}"/>
              </a:ext>
            </a:extLst>
          </p:cNvPr>
          <p:cNvSpPr txBox="1"/>
          <p:nvPr>
            <p:custDataLst>
              <p:tags r:id="rId48"/>
            </p:custDataLst>
          </p:nvPr>
        </p:nvSpPr>
        <p:spPr>
          <a:xfrm>
            <a:off x="434446" y="1826301"/>
            <a:ext cx="457200" cy="170519"/>
          </a:xfrm>
          <a:prstGeom prst="rect">
            <a:avLst/>
          </a:prstGeom>
          <a:noFill/>
        </p:spPr>
        <p:txBody>
          <a:bodyPr vert="horz" wrap="square" lIns="0" tIns="0" rIns="0" bIns="0" rtlCol="0" anchor="ctr" anchorCtr="0">
            <a:spAutoFit/>
          </a:bodyPr>
          <a:lstStyle/>
          <a:p>
            <a:r>
              <a:rPr lang="en-US" sz="1100" b="1" spc="-10" dirty="0">
                <a:gradFill flip="none" rotWithShape="1">
                  <a:gsLst>
                    <a:gs pos="0">
                      <a:srgbClr val="000000"/>
                    </a:gs>
                    <a:gs pos="86000">
                      <a:srgbClr val="000000"/>
                    </a:gs>
                  </a:gsLst>
                  <a:lin ang="5400000" scaled="0"/>
                  <a:tileRect/>
                </a:gradFill>
                <a:latin typeface="Calibri" panose="020F0502020204030204" pitchFamily="34" charset="0"/>
              </a:rPr>
              <a:t>Sprint 3</a:t>
            </a:r>
          </a:p>
        </p:txBody>
      </p:sp>
      <p:pic>
        <p:nvPicPr>
          <p:cNvPr id="55" name="Picture 54">
            <a:extLst>
              <a:ext uri="{FF2B5EF4-FFF2-40B4-BE49-F238E27FC236}">
                <a16:creationId xmlns:a16="http://schemas.microsoft.com/office/drawing/2014/main" id="{E8668889-28EF-4599-828D-1D9238DEC19E}"/>
              </a:ext>
            </a:extLst>
          </p:cNvPr>
          <p:cNvPicPr>
            <a:picLocks noChangeAspect="1"/>
          </p:cNvPicPr>
          <p:nvPr/>
        </p:nvPicPr>
        <p:blipFill>
          <a:blip r:embed="rId88"/>
          <a:stretch>
            <a:fillRect/>
          </a:stretch>
        </p:blipFill>
        <p:spPr>
          <a:xfrm>
            <a:off x="7391401" y="4543423"/>
            <a:ext cx="1447800" cy="579906"/>
          </a:xfrm>
          <a:prstGeom prst="rect">
            <a:avLst/>
          </a:prstGeom>
        </p:spPr>
      </p:pic>
      <p:sp>
        <p:nvSpPr>
          <p:cNvPr id="58" name="OTLSHAPE_T_3484931f200a41709ed0269277ac8c7b_Title">
            <a:extLst>
              <a:ext uri="{FF2B5EF4-FFF2-40B4-BE49-F238E27FC236}">
                <a16:creationId xmlns:a16="http://schemas.microsoft.com/office/drawing/2014/main" id="{6009BDEA-D518-47A5-A0F6-C0BE219F4B51}"/>
              </a:ext>
            </a:extLst>
          </p:cNvPr>
          <p:cNvSpPr txBox="1"/>
          <p:nvPr>
            <p:custDataLst>
              <p:tags r:id="rId49"/>
            </p:custDataLst>
          </p:nvPr>
        </p:nvSpPr>
        <p:spPr>
          <a:xfrm>
            <a:off x="434446" y="2026548"/>
            <a:ext cx="457200" cy="170519"/>
          </a:xfrm>
          <a:prstGeom prst="rect">
            <a:avLst/>
          </a:prstGeom>
          <a:noFill/>
        </p:spPr>
        <p:txBody>
          <a:bodyPr vert="horz" wrap="square" lIns="0" tIns="0" rIns="0" bIns="0" rtlCol="0" anchor="ctr" anchorCtr="0">
            <a:spAutoFit/>
          </a:bodyPr>
          <a:lstStyle/>
          <a:p>
            <a:r>
              <a:rPr lang="en-US" sz="1100" b="1" spc="-10" dirty="0">
                <a:gradFill flip="none" rotWithShape="1">
                  <a:gsLst>
                    <a:gs pos="0">
                      <a:srgbClr val="000000"/>
                    </a:gs>
                    <a:gs pos="86000">
                      <a:srgbClr val="000000"/>
                    </a:gs>
                  </a:gsLst>
                  <a:lin ang="5400000" scaled="0"/>
                  <a:tileRect/>
                </a:gradFill>
                <a:latin typeface="Calibri" panose="020F0502020204030204" pitchFamily="34" charset="0"/>
              </a:rPr>
              <a:t>Sprint 4</a:t>
            </a:r>
          </a:p>
        </p:txBody>
      </p:sp>
      <p:sp>
        <p:nvSpPr>
          <p:cNvPr id="60" name="OTLSHAPE_T_3484931f200a41709ed0269277ac8c7b_Shape">
            <a:extLst>
              <a:ext uri="{FF2B5EF4-FFF2-40B4-BE49-F238E27FC236}">
                <a16:creationId xmlns:a16="http://schemas.microsoft.com/office/drawing/2014/main" id="{6BA7BE23-1CEB-4FA3-A81D-CD84A67C8B6E}"/>
              </a:ext>
            </a:extLst>
          </p:cNvPr>
          <p:cNvSpPr/>
          <p:nvPr>
            <p:custDataLst>
              <p:tags r:id="rId50"/>
            </p:custDataLst>
          </p:nvPr>
        </p:nvSpPr>
        <p:spPr bwMode="gray">
          <a:xfrm>
            <a:off x="4297742" y="1949380"/>
            <a:ext cx="786053" cy="210845"/>
          </a:xfrm>
          <a:prstGeom prst="snip2DiagRect">
            <a:avLst>
              <a:gd name="adj1" fmla="val 100000"/>
              <a:gd name="adj2" fmla="val 16667"/>
            </a:avLst>
          </a:prstGeom>
          <a:solidFill>
            <a:srgbClr val="002050"/>
          </a:solidFill>
          <a:ln>
            <a:noFill/>
            <a:headEnd type="none" w="med" len="med"/>
            <a:tailEnd type="none" w="med" len="med"/>
          </a:ln>
          <a:effectLst/>
          <a:scene3d>
            <a:camera prst="orthographicFront"/>
            <a:lightRig rig="balanced" dir="t">
              <a:rot lat="0" lon="0" rev="8700000"/>
            </a:lightRig>
          </a:scene3d>
          <a:sp3d>
            <a:bevelT w="165100" h="12700"/>
          </a:sp3d>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a:gradFill flip="none" rotWithShape="1">
                <a:gsLst>
                  <a:gs pos="0">
                    <a:srgbClr val="FFFFFF"/>
                  </a:gs>
                  <a:gs pos="100000">
                    <a:srgbClr val="FFFFFF"/>
                  </a:gs>
                </a:gsLst>
                <a:path path="rect">
                  <a:fillToRect l="100000" t="100000"/>
                </a:path>
                <a:tileRect r="-100000" b="-100000"/>
              </a:gradFill>
            </a:endParaRPr>
          </a:p>
        </p:txBody>
      </p:sp>
      <p:sp>
        <p:nvSpPr>
          <p:cNvPr id="62" name="OTLSHAPE_T_3484931f200a41709ed0269277ac8c7b_JoinedDate">
            <a:extLst>
              <a:ext uri="{FF2B5EF4-FFF2-40B4-BE49-F238E27FC236}">
                <a16:creationId xmlns:a16="http://schemas.microsoft.com/office/drawing/2014/main" id="{9C5F1ED3-C483-444F-8032-EDC2A0116F3D}"/>
              </a:ext>
            </a:extLst>
          </p:cNvPr>
          <p:cNvSpPr txBox="1"/>
          <p:nvPr>
            <p:custDataLst>
              <p:tags r:id="rId51"/>
            </p:custDataLst>
          </p:nvPr>
        </p:nvSpPr>
        <p:spPr>
          <a:xfrm>
            <a:off x="5126010" y="1915735"/>
            <a:ext cx="813118" cy="153888"/>
          </a:xfrm>
          <a:prstGeom prst="rect">
            <a:avLst/>
          </a:prstGeom>
          <a:noFill/>
        </p:spPr>
        <p:txBody>
          <a:bodyPr vert="horz" wrap="square" lIns="0" tIns="0" rIns="0" bIns="0" rtlCol="0" anchor="ctr" anchorCtr="0">
            <a:spAutoFit/>
          </a:bodyPr>
          <a:lstStyle/>
          <a:p>
            <a:r>
              <a:rPr lang="en-US" sz="1000" spc="-2" dirty="0">
                <a:gradFill flip="none" rotWithShape="1">
                  <a:gsLst>
                    <a:gs pos="0">
                      <a:srgbClr val="44546A"/>
                    </a:gs>
                    <a:gs pos="86000">
                      <a:srgbClr val="44546A"/>
                    </a:gs>
                  </a:gsLst>
                  <a:lin ang="5400000" scaled="0"/>
                  <a:tileRect/>
                </a:gradFill>
                <a:latin typeface="Calibri" panose="020F0502020204030204" pitchFamily="34" charset="0"/>
              </a:rPr>
              <a:t>Apr 18 – Apr 29</a:t>
            </a:r>
          </a:p>
        </p:txBody>
      </p:sp>
      <p:sp>
        <p:nvSpPr>
          <p:cNvPr id="64" name="OTLSHAPE_T_3484931f200a41709ed0269277ac8c7b_Title">
            <a:extLst>
              <a:ext uri="{FF2B5EF4-FFF2-40B4-BE49-F238E27FC236}">
                <a16:creationId xmlns:a16="http://schemas.microsoft.com/office/drawing/2014/main" id="{6292AD5A-44E7-4E2B-8B45-431280FEDF57}"/>
              </a:ext>
            </a:extLst>
          </p:cNvPr>
          <p:cNvSpPr txBox="1"/>
          <p:nvPr>
            <p:custDataLst>
              <p:tags r:id="rId52"/>
            </p:custDataLst>
          </p:nvPr>
        </p:nvSpPr>
        <p:spPr>
          <a:xfrm>
            <a:off x="434446" y="2230418"/>
            <a:ext cx="457200" cy="170519"/>
          </a:xfrm>
          <a:prstGeom prst="rect">
            <a:avLst/>
          </a:prstGeom>
          <a:noFill/>
        </p:spPr>
        <p:txBody>
          <a:bodyPr vert="horz" wrap="square" lIns="0" tIns="0" rIns="0" bIns="0" rtlCol="0" anchor="ctr" anchorCtr="0">
            <a:spAutoFit/>
          </a:bodyPr>
          <a:lstStyle/>
          <a:p>
            <a:r>
              <a:rPr lang="en-US" sz="1100" b="1" spc="-10" dirty="0">
                <a:gradFill flip="none" rotWithShape="1">
                  <a:gsLst>
                    <a:gs pos="0">
                      <a:srgbClr val="000000"/>
                    </a:gs>
                    <a:gs pos="86000">
                      <a:srgbClr val="000000"/>
                    </a:gs>
                  </a:gsLst>
                  <a:lin ang="5400000" scaled="0"/>
                  <a:tileRect/>
                </a:gradFill>
                <a:latin typeface="Calibri" panose="020F0502020204030204" pitchFamily="34" charset="0"/>
              </a:rPr>
              <a:t>Sprint 5</a:t>
            </a:r>
          </a:p>
        </p:txBody>
      </p:sp>
      <p:sp>
        <p:nvSpPr>
          <p:cNvPr id="66" name="OTLSHAPE_T_3484931f200a41709ed0269277ac8c7b_Shape">
            <a:extLst>
              <a:ext uri="{FF2B5EF4-FFF2-40B4-BE49-F238E27FC236}">
                <a16:creationId xmlns:a16="http://schemas.microsoft.com/office/drawing/2014/main" id="{AD144686-FC59-47E1-935A-93ABD9FB3CF9}"/>
              </a:ext>
            </a:extLst>
          </p:cNvPr>
          <p:cNvSpPr/>
          <p:nvPr>
            <p:custDataLst>
              <p:tags r:id="rId53"/>
            </p:custDataLst>
          </p:nvPr>
        </p:nvSpPr>
        <p:spPr bwMode="gray">
          <a:xfrm>
            <a:off x="4991312" y="2135495"/>
            <a:ext cx="786054" cy="231686"/>
          </a:xfrm>
          <a:prstGeom prst="snip2DiagRect">
            <a:avLst>
              <a:gd name="adj1" fmla="val 100000"/>
              <a:gd name="adj2" fmla="val 16667"/>
            </a:avLst>
          </a:prstGeom>
          <a:solidFill>
            <a:srgbClr val="002050"/>
          </a:solidFill>
          <a:ln>
            <a:noFill/>
            <a:headEnd type="none" w="med" len="med"/>
            <a:tailEnd type="none" w="med" len="med"/>
          </a:ln>
          <a:effectLst/>
          <a:scene3d>
            <a:camera prst="orthographicFront"/>
            <a:lightRig rig="balanced" dir="t">
              <a:rot lat="0" lon="0" rev="8700000"/>
            </a:lightRig>
          </a:scene3d>
          <a:sp3d>
            <a:bevelT w="165100" h="12700"/>
          </a:sp3d>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a:gradFill>
                <a:gsLst>
                  <a:gs pos="0">
                    <a:srgbClr val="FFFFFF"/>
                  </a:gs>
                  <a:gs pos="100000">
                    <a:srgbClr val="FFFFFF"/>
                  </a:gs>
                </a:gsLst>
                <a:lin ang="5400000" scaled="0"/>
              </a:gradFill>
            </a:endParaRPr>
          </a:p>
        </p:txBody>
      </p:sp>
      <p:sp>
        <p:nvSpPr>
          <p:cNvPr id="68" name="OTLSHAPE_T_3484931f200a41709ed0269277ac8c7b_JoinedDate">
            <a:extLst>
              <a:ext uri="{FF2B5EF4-FFF2-40B4-BE49-F238E27FC236}">
                <a16:creationId xmlns:a16="http://schemas.microsoft.com/office/drawing/2014/main" id="{934630FE-A8B4-4140-B0A9-700AC6DBB3D2}"/>
              </a:ext>
            </a:extLst>
          </p:cNvPr>
          <p:cNvSpPr txBox="1"/>
          <p:nvPr>
            <p:custDataLst>
              <p:tags r:id="rId54"/>
            </p:custDataLst>
          </p:nvPr>
        </p:nvSpPr>
        <p:spPr>
          <a:xfrm>
            <a:off x="5785815" y="2058150"/>
            <a:ext cx="975407" cy="153888"/>
          </a:xfrm>
          <a:prstGeom prst="rect">
            <a:avLst/>
          </a:prstGeom>
          <a:noFill/>
        </p:spPr>
        <p:txBody>
          <a:bodyPr vert="horz" wrap="square" lIns="0" tIns="0" rIns="0" bIns="0" rtlCol="0" anchor="ctr" anchorCtr="0">
            <a:spAutoFit/>
          </a:bodyPr>
          <a:lstStyle/>
          <a:p>
            <a:r>
              <a:rPr lang="en-US" sz="1000" spc="-2" dirty="0">
                <a:gradFill flip="none" rotWithShape="1">
                  <a:gsLst>
                    <a:gs pos="0">
                      <a:srgbClr val="44546A"/>
                    </a:gs>
                    <a:gs pos="86000">
                      <a:srgbClr val="44546A"/>
                    </a:gs>
                  </a:gsLst>
                  <a:lin ang="5400000" scaled="0"/>
                  <a:tileRect/>
                </a:gradFill>
                <a:latin typeface="Calibri" panose="020F0502020204030204" pitchFamily="34" charset="0"/>
              </a:rPr>
              <a:t>May 02 – May 13</a:t>
            </a:r>
          </a:p>
        </p:txBody>
      </p:sp>
      <p:sp>
        <p:nvSpPr>
          <p:cNvPr id="70" name="OTLSHAPE_T_3484931f200a41709ed0269277ac8c7b_Title">
            <a:extLst>
              <a:ext uri="{FF2B5EF4-FFF2-40B4-BE49-F238E27FC236}">
                <a16:creationId xmlns:a16="http://schemas.microsoft.com/office/drawing/2014/main" id="{005923F5-73CF-4D18-AB45-4C348B34AABB}"/>
              </a:ext>
            </a:extLst>
          </p:cNvPr>
          <p:cNvSpPr txBox="1"/>
          <p:nvPr>
            <p:custDataLst>
              <p:tags r:id="rId55"/>
            </p:custDataLst>
          </p:nvPr>
        </p:nvSpPr>
        <p:spPr>
          <a:xfrm>
            <a:off x="426700" y="2408120"/>
            <a:ext cx="457200" cy="170519"/>
          </a:xfrm>
          <a:prstGeom prst="rect">
            <a:avLst/>
          </a:prstGeom>
          <a:noFill/>
        </p:spPr>
        <p:txBody>
          <a:bodyPr vert="horz" wrap="square" lIns="0" tIns="0" rIns="0" bIns="0" rtlCol="0" anchor="ctr" anchorCtr="0">
            <a:spAutoFit/>
          </a:bodyPr>
          <a:lstStyle/>
          <a:p>
            <a:r>
              <a:rPr lang="en-US" sz="1100" b="1" spc="-10" dirty="0">
                <a:gradFill flip="none" rotWithShape="1">
                  <a:gsLst>
                    <a:gs pos="0">
                      <a:srgbClr val="000000"/>
                    </a:gs>
                    <a:gs pos="86000">
                      <a:srgbClr val="000000"/>
                    </a:gs>
                  </a:gsLst>
                  <a:lin ang="5400000" scaled="0"/>
                  <a:tileRect/>
                </a:gradFill>
                <a:latin typeface="Calibri" panose="020F0502020204030204" pitchFamily="34" charset="0"/>
              </a:rPr>
              <a:t>Sprint 6</a:t>
            </a:r>
          </a:p>
        </p:txBody>
      </p:sp>
      <p:sp>
        <p:nvSpPr>
          <p:cNvPr id="72" name="OTLSHAPE_T_3484931f200a41709ed0269277ac8c7b_Shape">
            <a:extLst>
              <a:ext uri="{FF2B5EF4-FFF2-40B4-BE49-F238E27FC236}">
                <a16:creationId xmlns:a16="http://schemas.microsoft.com/office/drawing/2014/main" id="{4A95C801-3BAC-452F-9007-02B23CDD516D}"/>
              </a:ext>
            </a:extLst>
          </p:cNvPr>
          <p:cNvSpPr/>
          <p:nvPr>
            <p:custDataLst>
              <p:tags r:id="rId56"/>
            </p:custDataLst>
          </p:nvPr>
        </p:nvSpPr>
        <p:spPr bwMode="gray">
          <a:xfrm>
            <a:off x="5644313" y="2336922"/>
            <a:ext cx="739749" cy="223360"/>
          </a:xfrm>
          <a:prstGeom prst="snip2DiagRect">
            <a:avLst>
              <a:gd name="adj1" fmla="val 100000"/>
              <a:gd name="adj2" fmla="val 16667"/>
            </a:avLst>
          </a:prstGeom>
          <a:solidFill>
            <a:srgbClr val="1A3762"/>
          </a:solidFill>
          <a:ln>
            <a:noFill/>
            <a:headEnd type="none" w="med" len="med"/>
            <a:tailEnd type="none" w="med" len="med"/>
          </a:ln>
          <a:effectLst/>
          <a:scene3d>
            <a:camera prst="orthographicFront"/>
            <a:lightRig rig="balanced" dir="t">
              <a:rot lat="0" lon="0" rev="8700000"/>
            </a:lightRig>
          </a:scene3d>
          <a:sp3d>
            <a:bevelT w="165100" h="12700"/>
          </a:sp3d>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a:gradFill>
                <a:gsLst>
                  <a:gs pos="0">
                    <a:srgbClr val="FFFFFF"/>
                  </a:gs>
                  <a:gs pos="100000">
                    <a:srgbClr val="FFFFFF"/>
                  </a:gs>
                </a:gsLst>
                <a:lin ang="5400000" scaled="0"/>
              </a:gradFill>
            </a:endParaRPr>
          </a:p>
        </p:txBody>
      </p:sp>
      <p:sp>
        <p:nvSpPr>
          <p:cNvPr id="74" name="OTLSHAPE_T_3484931f200a41709ed0269277ac8c7b_JoinedDate">
            <a:extLst>
              <a:ext uri="{FF2B5EF4-FFF2-40B4-BE49-F238E27FC236}">
                <a16:creationId xmlns:a16="http://schemas.microsoft.com/office/drawing/2014/main" id="{D35A15C3-DCB1-402D-B6AB-932A781A4F88}"/>
              </a:ext>
            </a:extLst>
          </p:cNvPr>
          <p:cNvSpPr txBox="1"/>
          <p:nvPr>
            <p:custDataLst>
              <p:tags r:id="rId57"/>
            </p:custDataLst>
          </p:nvPr>
        </p:nvSpPr>
        <p:spPr>
          <a:xfrm>
            <a:off x="6289385" y="2226959"/>
            <a:ext cx="1001204" cy="153888"/>
          </a:xfrm>
          <a:prstGeom prst="rect">
            <a:avLst/>
          </a:prstGeom>
          <a:noFill/>
        </p:spPr>
        <p:txBody>
          <a:bodyPr vert="horz" wrap="square" lIns="0" tIns="0" rIns="0" bIns="0" rtlCol="0" anchor="ctr" anchorCtr="0">
            <a:spAutoFit/>
          </a:bodyPr>
          <a:lstStyle/>
          <a:p>
            <a:r>
              <a:rPr lang="en-US" sz="1000" spc="-2" dirty="0">
                <a:gradFill flip="none" rotWithShape="1">
                  <a:gsLst>
                    <a:gs pos="0">
                      <a:srgbClr val="44546A"/>
                    </a:gs>
                    <a:gs pos="86000">
                      <a:srgbClr val="44546A"/>
                    </a:gs>
                  </a:gsLst>
                  <a:lin ang="5400000" scaled="0"/>
                  <a:tileRect/>
                </a:gradFill>
                <a:latin typeface="Calibri" panose="020F0502020204030204" pitchFamily="34" charset="0"/>
              </a:rPr>
              <a:t>May 16 – May 27</a:t>
            </a:r>
          </a:p>
        </p:txBody>
      </p:sp>
      <p:cxnSp>
        <p:nvCxnSpPr>
          <p:cNvPr id="52" name="OTLSHAPE_TB_00000000000000000000000000000000_Separator2">
            <a:extLst>
              <a:ext uri="{FF2B5EF4-FFF2-40B4-BE49-F238E27FC236}">
                <a16:creationId xmlns:a16="http://schemas.microsoft.com/office/drawing/2014/main" id="{600A5BAE-1B17-4439-BB4A-714E04CC8C09}"/>
              </a:ext>
            </a:extLst>
          </p:cNvPr>
          <p:cNvCxnSpPr>
            <a:cxnSpLocks/>
          </p:cNvCxnSpPr>
          <p:nvPr>
            <p:custDataLst>
              <p:tags r:id="rId58"/>
            </p:custDataLst>
          </p:nvPr>
        </p:nvCxnSpPr>
        <p:spPr>
          <a:xfrm>
            <a:off x="5158079" y="3921124"/>
            <a:ext cx="0" cy="254000"/>
          </a:xfrm>
          <a:prstGeom prst="line">
            <a:avLst/>
          </a:prstGeom>
          <a:ln w="4763" cap="flat" cmpd="sng" algn="ctr">
            <a:solidFill>
              <a:schemeClr val="lt1">
                <a:alpha val="29804"/>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 name="OTLSHAPE_TB_00000000000000000000000000000000_TimescaleInterval3">
            <a:extLst>
              <a:ext uri="{FF2B5EF4-FFF2-40B4-BE49-F238E27FC236}">
                <a16:creationId xmlns:a16="http://schemas.microsoft.com/office/drawing/2014/main" id="{EA754978-C7A2-4708-B55A-05CCC16890C5}"/>
              </a:ext>
            </a:extLst>
          </p:cNvPr>
          <p:cNvSpPr txBox="1"/>
          <p:nvPr>
            <p:custDataLst>
              <p:tags r:id="rId59"/>
            </p:custDataLst>
          </p:nvPr>
        </p:nvSpPr>
        <p:spPr>
          <a:xfrm>
            <a:off x="5880187" y="3957464"/>
            <a:ext cx="255776" cy="186055"/>
          </a:xfrm>
          <a:prstGeom prst="rect">
            <a:avLst/>
          </a:prstGeom>
          <a:noFill/>
        </p:spPr>
        <p:txBody>
          <a:bodyPr vert="horz" wrap="none" lIns="0" tIns="0" rIns="0" bIns="0" rtlCol="0" anchor="ctr" anchorCtr="0">
            <a:noAutofit/>
          </a:bodyPr>
          <a:lstStyle/>
          <a:p>
            <a:r>
              <a:rPr lang="en-US" sz="1200" spc="-18" dirty="0">
                <a:gradFill flip="none" rotWithShape="1">
                  <a:gsLst>
                    <a:gs pos="0">
                      <a:schemeClr val="lt1"/>
                    </a:gs>
                    <a:gs pos="86000">
                      <a:schemeClr val="lt1"/>
                    </a:gs>
                  </a:gsLst>
                  <a:lin ang="5400000" scaled="0"/>
                  <a:tileRect/>
                </a:gradFill>
                <a:latin typeface="Calibri" panose="020F0502020204030204" pitchFamily="34" charset="0"/>
              </a:rPr>
              <a:t>May</a:t>
            </a:r>
          </a:p>
        </p:txBody>
      </p:sp>
      <p:cxnSp>
        <p:nvCxnSpPr>
          <p:cNvPr id="57" name="OTLSHAPE_TB_00000000000000000000000000000000_Separator2">
            <a:extLst>
              <a:ext uri="{FF2B5EF4-FFF2-40B4-BE49-F238E27FC236}">
                <a16:creationId xmlns:a16="http://schemas.microsoft.com/office/drawing/2014/main" id="{D20A5046-CDD1-4EC2-A51A-7EA46EF66031}"/>
              </a:ext>
            </a:extLst>
          </p:cNvPr>
          <p:cNvCxnSpPr>
            <a:cxnSpLocks/>
          </p:cNvCxnSpPr>
          <p:nvPr>
            <p:custDataLst>
              <p:tags r:id="rId60"/>
            </p:custDataLst>
          </p:nvPr>
        </p:nvCxnSpPr>
        <p:spPr>
          <a:xfrm>
            <a:off x="6824199" y="3913875"/>
            <a:ext cx="0" cy="254000"/>
          </a:xfrm>
          <a:prstGeom prst="line">
            <a:avLst/>
          </a:prstGeom>
          <a:ln w="4763" cap="flat" cmpd="sng" algn="ctr">
            <a:solidFill>
              <a:schemeClr val="lt1">
                <a:alpha val="29804"/>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1" name="OTLSHAPE_TB_00000000000000000000000000000000_TimescaleInterval3">
            <a:extLst>
              <a:ext uri="{FF2B5EF4-FFF2-40B4-BE49-F238E27FC236}">
                <a16:creationId xmlns:a16="http://schemas.microsoft.com/office/drawing/2014/main" id="{9600D822-E347-4ABE-9432-4CBBB08199CE}"/>
              </a:ext>
            </a:extLst>
          </p:cNvPr>
          <p:cNvSpPr txBox="1"/>
          <p:nvPr>
            <p:custDataLst>
              <p:tags r:id="rId61"/>
            </p:custDataLst>
          </p:nvPr>
        </p:nvSpPr>
        <p:spPr>
          <a:xfrm>
            <a:off x="7433739" y="3947384"/>
            <a:ext cx="255776" cy="186055"/>
          </a:xfrm>
          <a:prstGeom prst="rect">
            <a:avLst/>
          </a:prstGeom>
          <a:noFill/>
        </p:spPr>
        <p:txBody>
          <a:bodyPr vert="horz" wrap="none" lIns="0" tIns="0" rIns="0" bIns="0" rtlCol="0" anchor="ctr" anchorCtr="0">
            <a:noAutofit/>
          </a:bodyPr>
          <a:lstStyle/>
          <a:p>
            <a:r>
              <a:rPr lang="en-US" sz="1200" spc="-18" dirty="0">
                <a:gradFill flip="none" rotWithShape="1">
                  <a:gsLst>
                    <a:gs pos="0">
                      <a:schemeClr val="lt1"/>
                    </a:gs>
                    <a:gs pos="86000">
                      <a:schemeClr val="lt1"/>
                    </a:gs>
                  </a:gsLst>
                  <a:lin ang="5400000" scaled="0"/>
                  <a:tileRect/>
                </a:gradFill>
                <a:latin typeface="Calibri" panose="020F0502020204030204" pitchFamily="34" charset="0"/>
              </a:rPr>
              <a:t>Jun</a:t>
            </a:r>
          </a:p>
        </p:txBody>
      </p:sp>
      <p:sp>
        <p:nvSpPr>
          <p:cNvPr id="56" name="OTLSHAPE_T_3484931f200a41709ed0269277ac8c7b_Title">
            <a:extLst>
              <a:ext uri="{FF2B5EF4-FFF2-40B4-BE49-F238E27FC236}">
                <a16:creationId xmlns:a16="http://schemas.microsoft.com/office/drawing/2014/main" id="{83371D0C-BC7F-4B09-864E-A3D1506D84B0}"/>
              </a:ext>
            </a:extLst>
          </p:cNvPr>
          <p:cNvSpPr txBox="1"/>
          <p:nvPr>
            <p:custDataLst>
              <p:tags r:id="rId62"/>
            </p:custDataLst>
          </p:nvPr>
        </p:nvSpPr>
        <p:spPr>
          <a:xfrm>
            <a:off x="426700" y="2586851"/>
            <a:ext cx="457200" cy="170519"/>
          </a:xfrm>
          <a:prstGeom prst="rect">
            <a:avLst/>
          </a:prstGeom>
          <a:noFill/>
        </p:spPr>
        <p:txBody>
          <a:bodyPr vert="horz" wrap="square" lIns="0" tIns="0" rIns="0" bIns="0" rtlCol="0" anchor="ctr" anchorCtr="0">
            <a:spAutoFit/>
          </a:bodyPr>
          <a:lstStyle/>
          <a:p>
            <a:r>
              <a:rPr lang="en-US" sz="1100" b="1" spc="-10" dirty="0">
                <a:gradFill flip="none" rotWithShape="1">
                  <a:gsLst>
                    <a:gs pos="0">
                      <a:srgbClr val="000000"/>
                    </a:gs>
                    <a:gs pos="86000">
                      <a:srgbClr val="000000"/>
                    </a:gs>
                  </a:gsLst>
                  <a:lin ang="5400000" scaled="0"/>
                  <a:tileRect/>
                </a:gradFill>
                <a:latin typeface="Calibri" panose="020F0502020204030204" pitchFamily="34" charset="0"/>
              </a:rPr>
              <a:t>Sprint 7</a:t>
            </a:r>
          </a:p>
        </p:txBody>
      </p:sp>
      <p:sp>
        <p:nvSpPr>
          <p:cNvPr id="59" name="OTLSHAPE_T_3484931f200a41709ed0269277ac8c7b_Shape">
            <a:extLst>
              <a:ext uri="{FF2B5EF4-FFF2-40B4-BE49-F238E27FC236}">
                <a16:creationId xmlns:a16="http://schemas.microsoft.com/office/drawing/2014/main" id="{D844EF65-EE66-4DE9-B78F-64BF47DCCCA2}"/>
              </a:ext>
            </a:extLst>
          </p:cNvPr>
          <p:cNvSpPr/>
          <p:nvPr>
            <p:custDataLst>
              <p:tags r:id="rId63"/>
            </p:custDataLst>
          </p:nvPr>
        </p:nvSpPr>
        <p:spPr bwMode="gray">
          <a:xfrm>
            <a:off x="6266852" y="2507979"/>
            <a:ext cx="786053" cy="230002"/>
          </a:xfrm>
          <a:prstGeom prst="snip2DiagRect">
            <a:avLst>
              <a:gd name="adj1" fmla="val 100000"/>
              <a:gd name="adj2" fmla="val 16667"/>
            </a:avLst>
          </a:prstGeom>
          <a:solidFill>
            <a:srgbClr val="1A3762"/>
          </a:solidFill>
          <a:ln>
            <a:noFill/>
            <a:headEnd type="none" w="med" len="med"/>
            <a:tailEnd type="none" w="med" len="med"/>
          </a:ln>
          <a:effectLst/>
          <a:scene3d>
            <a:camera prst="orthographicFront"/>
            <a:lightRig rig="balanced" dir="t">
              <a:rot lat="0" lon="0" rev="8700000"/>
            </a:lightRig>
          </a:scene3d>
          <a:sp3d>
            <a:bevelT w="165100" h="12700"/>
          </a:sp3d>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a:gradFill>
                <a:gsLst>
                  <a:gs pos="0">
                    <a:srgbClr val="FFFFFF"/>
                  </a:gs>
                  <a:gs pos="100000">
                    <a:srgbClr val="FFFFFF"/>
                  </a:gs>
                </a:gsLst>
                <a:lin ang="5400000" scaled="0"/>
              </a:gradFill>
            </a:endParaRPr>
          </a:p>
        </p:txBody>
      </p:sp>
      <p:sp>
        <p:nvSpPr>
          <p:cNvPr id="63" name="OTLSHAPE_T_3484931f200a41709ed0269277ac8c7b_JoinedDate">
            <a:extLst>
              <a:ext uri="{FF2B5EF4-FFF2-40B4-BE49-F238E27FC236}">
                <a16:creationId xmlns:a16="http://schemas.microsoft.com/office/drawing/2014/main" id="{9D80D53E-C2BB-4AAC-8C0D-FC6411C46955}"/>
              </a:ext>
            </a:extLst>
          </p:cNvPr>
          <p:cNvSpPr txBox="1"/>
          <p:nvPr>
            <p:custDataLst>
              <p:tags r:id="rId64"/>
            </p:custDataLst>
          </p:nvPr>
        </p:nvSpPr>
        <p:spPr>
          <a:xfrm>
            <a:off x="6732071" y="2381737"/>
            <a:ext cx="849073" cy="153888"/>
          </a:xfrm>
          <a:prstGeom prst="rect">
            <a:avLst/>
          </a:prstGeom>
          <a:noFill/>
        </p:spPr>
        <p:txBody>
          <a:bodyPr vert="horz" wrap="square" lIns="0" tIns="0" rIns="0" bIns="0" rtlCol="0" anchor="ctr" anchorCtr="0">
            <a:spAutoFit/>
          </a:bodyPr>
          <a:lstStyle/>
          <a:p>
            <a:r>
              <a:rPr lang="en-US" sz="1000" spc="-2" dirty="0">
                <a:gradFill flip="none" rotWithShape="1">
                  <a:gsLst>
                    <a:gs pos="0">
                      <a:srgbClr val="44546A"/>
                    </a:gs>
                    <a:gs pos="86000">
                      <a:srgbClr val="44546A"/>
                    </a:gs>
                  </a:gsLst>
                  <a:lin ang="5400000" scaled="0"/>
                  <a:tileRect/>
                </a:gradFill>
                <a:latin typeface="Calibri" panose="020F0502020204030204" pitchFamily="34" charset="0"/>
              </a:rPr>
              <a:t>May 30 –Jun10</a:t>
            </a:r>
          </a:p>
        </p:txBody>
      </p:sp>
      <p:pic>
        <p:nvPicPr>
          <p:cNvPr id="65" name="Picture 64" descr="Logo&#10;&#10;Description automatically generated">
            <a:extLst>
              <a:ext uri="{FF2B5EF4-FFF2-40B4-BE49-F238E27FC236}">
                <a16:creationId xmlns:a16="http://schemas.microsoft.com/office/drawing/2014/main" id="{897F1CAF-D702-498A-83D0-1A12409ED632}"/>
              </a:ext>
            </a:extLst>
          </p:cNvPr>
          <p:cNvPicPr>
            <a:picLocks noChangeAspect="1"/>
          </p:cNvPicPr>
          <p:nvPr/>
        </p:nvPicPr>
        <p:blipFill>
          <a:blip r:embed="rId89"/>
          <a:stretch>
            <a:fillRect/>
          </a:stretch>
        </p:blipFill>
        <p:spPr>
          <a:xfrm>
            <a:off x="187196" y="4516114"/>
            <a:ext cx="562747" cy="583746"/>
          </a:xfrm>
          <a:prstGeom prst="rect">
            <a:avLst/>
          </a:prstGeom>
        </p:spPr>
      </p:pic>
      <p:pic>
        <p:nvPicPr>
          <p:cNvPr id="76" name="Picture 75" descr="Icon&#10;&#10;Description automatically generated">
            <a:extLst>
              <a:ext uri="{FF2B5EF4-FFF2-40B4-BE49-F238E27FC236}">
                <a16:creationId xmlns:a16="http://schemas.microsoft.com/office/drawing/2014/main" id="{7627BFB0-51A8-40DA-BFA8-1604C35AEABC}"/>
              </a:ext>
            </a:extLst>
          </p:cNvPr>
          <p:cNvPicPr>
            <a:picLocks noChangeAspect="1"/>
          </p:cNvPicPr>
          <p:nvPr/>
        </p:nvPicPr>
        <p:blipFill>
          <a:blip r:embed="rId90"/>
          <a:stretch>
            <a:fillRect/>
          </a:stretch>
        </p:blipFill>
        <p:spPr>
          <a:xfrm>
            <a:off x="749943" y="4516115"/>
            <a:ext cx="617067" cy="583745"/>
          </a:xfrm>
          <a:prstGeom prst="rect">
            <a:avLst/>
          </a:prstGeom>
        </p:spPr>
      </p:pic>
      <p:cxnSp>
        <p:nvCxnSpPr>
          <p:cNvPr id="53" name="OTLSHAPE_T_3484931f200a41709ed0269277ac8c7b_HorizontalConnector1">
            <a:extLst>
              <a:ext uri="{FF2B5EF4-FFF2-40B4-BE49-F238E27FC236}">
                <a16:creationId xmlns:a16="http://schemas.microsoft.com/office/drawing/2014/main" id="{2AF7D761-F5A6-A384-13D1-1AB39A14D2F9}"/>
              </a:ext>
            </a:extLst>
          </p:cNvPr>
          <p:cNvCxnSpPr>
            <a:cxnSpLocks/>
            <a:stCxn id="58" idx="3"/>
            <a:endCxn id="60" idx="2"/>
          </p:cNvCxnSpPr>
          <p:nvPr>
            <p:custDataLst>
              <p:tags r:id="rId65"/>
            </p:custDataLst>
          </p:nvPr>
        </p:nvCxnSpPr>
        <p:spPr>
          <a:xfrm flipV="1">
            <a:off x="891646" y="2054803"/>
            <a:ext cx="3406096" cy="57005"/>
          </a:xfrm>
          <a:prstGeom prst="line">
            <a:avLst/>
          </a:prstGeom>
          <a:ln w="4763" cap="flat" cmpd="sng" algn="ctr">
            <a:solidFill>
              <a:srgbClr val="CCCCCC"/>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OTLSHAPE_T_3484931f200a41709ed0269277ac8c7b_HorizontalConnector1">
            <a:extLst>
              <a:ext uri="{FF2B5EF4-FFF2-40B4-BE49-F238E27FC236}">
                <a16:creationId xmlns:a16="http://schemas.microsoft.com/office/drawing/2014/main" id="{23679A50-191D-0101-7B4D-1A9AA3AB0584}"/>
              </a:ext>
            </a:extLst>
          </p:cNvPr>
          <p:cNvCxnSpPr>
            <a:cxnSpLocks/>
            <a:stCxn id="64" idx="3"/>
            <a:endCxn id="66" idx="2"/>
          </p:cNvCxnSpPr>
          <p:nvPr>
            <p:custDataLst>
              <p:tags r:id="rId66"/>
            </p:custDataLst>
          </p:nvPr>
        </p:nvCxnSpPr>
        <p:spPr>
          <a:xfrm flipV="1">
            <a:off x="891646" y="2251338"/>
            <a:ext cx="4099666" cy="64340"/>
          </a:xfrm>
          <a:prstGeom prst="line">
            <a:avLst/>
          </a:prstGeom>
          <a:ln w="4763" cap="flat" cmpd="sng" algn="ctr">
            <a:solidFill>
              <a:srgbClr val="CCCCCC"/>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7" name="OTLSHAPE_T_3484931f200a41709ed0269277ac8c7b_Shape">
            <a:extLst>
              <a:ext uri="{FF2B5EF4-FFF2-40B4-BE49-F238E27FC236}">
                <a16:creationId xmlns:a16="http://schemas.microsoft.com/office/drawing/2014/main" id="{4983DF8F-46C7-5C16-4007-573820180C54}"/>
              </a:ext>
            </a:extLst>
          </p:cNvPr>
          <p:cNvSpPr/>
          <p:nvPr>
            <p:custDataLst>
              <p:tags r:id="rId67"/>
            </p:custDataLst>
          </p:nvPr>
        </p:nvSpPr>
        <p:spPr bwMode="gray">
          <a:xfrm>
            <a:off x="6893799" y="2751741"/>
            <a:ext cx="786053" cy="230001"/>
          </a:xfrm>
          <a:prstGeom prst="snip2DiagRect">
            <a:avLst>
              <a:gd name="adj1" fmla="val 100000"/>
              <a:gd name="adj2" fmla="val 16667"/>
            </a:avLst>
          </a:prstGeom>
          <a:solidFill>
            <a:schemeClr val="accent1"/>
          </a:solidFill>
          <a:ln>
            <a:noFill/>
            <a:headEnd type="none" w="med" len="med"/>
            <a:tailEnd type="none" w="med" len="med"/>
          </a:ln>
          <a:effectLst/>
          <a:scene3d>
            <a:camera prst="orthographicFront"/>
            <a:lightRig rig="balanced" dir="t">
              <a:rot lat="0" lon="0" rev="8700000"/>
            </a:lightRig>
          </a:scene3d>
          <a:sp3d>
            <a:bevelT w="165100" h="12700"/>
          </a:sp3d>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a:gradFill>
                <a:gsLst>
                  <a:gs pos="0">
                    <a:srgbClr val="FFFFFF"/>
                  </a:gs>
                  <a:gs pos="100000">
                    <a:srgbClr val="FFFFFF"/>
                  </a:gs>
                </a:gsLst>
                <a:lin ang="5400000" scaled="0"/>
              </a:gradFill>
            </a:endParaRPr>
          </a:p>
        </p:txBody>
      </p:sp>
      <p:sp>
        <p:nvSpPr>
          <p:cNvPr id="69" name="OTLSHAPE_T_3484931f200a41709ed0269277ac8c7b_Title">
            <a:extLst>
              <a:ext uri="{FF2B5EF4-FFF2-40B4-BE49-F238E27FC236}">
                <a16:creationId xmlns:a16="http://schemas.microsoft.com/office/drawing/2014/main" id="{0BF75979-D392-B0AF-A2CD-169AFFBD4A40}"/>
              </a:ext>
            </a:extLst>
          </p:cNvPr>
          <p:cNvSpPr txBox="1"/>
          <p:nvPr>
            <p:custDataLst>
              <p:tags r:id="rId68"/>
            </p:custDataLst>
          </p:nvPr>
        </p:nvSpPr>
        <p:spPr>
          <a:xfrm>
            <a:off x="415222" y="2760398"/>
            <a:ext cx="457200" cy="170519"/>
          </a:xfrm>
          <a:prstGeom prst="rect">
            <a:avLst/>
          </a:prstGeom>
          <a:noFill/>
        </p:spPr>
        <p:txBody>
          <a:bodyPr vert="horz" wrap="square" lIns="0" tIns="0" rIns="0" bIns="0" rtlCol="0" anchor="ctr" anchorCtr="0">
            <a:spAutoFit/>
          </a:bodyPr>
          <a:lstStyle/>
          <a:p>
            <a:r>
              <a:rPr lang="en-US" sz="1100" b="1" spc="-10" dirty="0">
                <a:gradFill flip="none" rotWithShape="1">
                  <a:gsLst>
                    <a:gs pos="0">
                      <a:srgbClr val="000000"/>
                    </a:gs>
                    <a:gs pos="86000">
                      <a:srgbClr val="000000"/>
                    </a:gs>
                  </a:gsLst>
                  <a:lin ang="5400000" scaled="0"/>
                  <a:tileRect/>
                </a:gradFill>
                <a:latin typeface="Calibri" panose="020F0502020204030204" pitchFamily="34" charset="0"/>
              </a:rPr>
              <a:t>Sprint 8</a:t>
            </a:r>
          </a:p>
        </p:txBody>
      </p:sp>
      <p:cxnSp>
        <p:nvCxnSpPr>
          <p:cNvPr id="71" name="OTLSHAPE_T_3484931f200a41709ed0269277ac8c7b_HorizontalConnector1">
            <a:extLst>
              <a:ext uri="{FF2B5EF4-FFF2-40B4-BE49-F238E27FC236}">
                <a16:creationId xmlns:a16="http://schemas.microsoft.com/office/drawing/2014/main" id="{4E251957-D744-8A58-7C66-23B2AB503EBF}"/>
              </a:ext>
            </a:extLst>
          </p:cNvPr>
          <p:cNvCxnSpPr>
            <a:cxnSpLocks/>
            <a:stCxn id="70" idx="3"/>
            <a:endCxn id="72" idx="2"/>
          </p:cNvCxnSpPr>
          <p:nvPr>
            <p:custDataLst>
              <p:tags r:id="rId69"/>
            </p:custDataLst>
          </p:nvPr>
        </p:nvCxnSpPr>
        <p:spPr>
          <a:xfrm flipV="1">
            <a:off x="883900" y="2448602"/>
            <a:ext cx="4760413" cy="44778"/>
          </a:xfrm>
          <a:prstGeom prst="line">
            <a:avLst/>
          </a:prstGeom>
          <a:ln w="4763" cap="flat" cmpd="sng" algn="ctr">
            <a:solidFill>
              <a:srgbClr val="CCCCCC"/>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4" name="OTLSHAPE_T_3484931f200a41709ed0269277ac8c7b_JoinedDate">
            <a:extLst>
              <a:ext uri="{FF2B5EF4-FFF2-40B4-BE49-F238E27FC236}">
                <a16:creationId xmlns:a16="http://schemas.microsoft.com/office/drawing/2014/main" id="{5428796C-0C4E-2661-6A2D-747D2BD04116}"/>
              </a:ext>
            </a:extLst>
          </p:cNvPr>
          <p:cNvSpPr txBox="1"/>
          <p:nvPr>
            <p:custDataLst>
              <p:tags r:id="rId70"/>
            </p:custDataLst>
          </p:nvPr>
        </p:nvSpPr>
        <p:spPr>
          <a:xfrm>
            <a:off x="7182441" y="2586851"/>
            <a:ext cx="932860" cy="153888"/>
          </a:xfrm>
          <a:prstGeom prst="rect">
            <a:avLst/>
          </a:prstGeom>
          <a:noFill/>
        </p:spPr>
        <p:txBody>
          <a:bodyPr vert="horz" wrap="square" lIns="0" tIns="0" rIns="0" bIns="0" rtlCol="0" anchor="ctr" anchorCtr="0">
            <a:spAutoFit/>
          </a:bodyPr>
          <a:lstStyle/>
          <a:p>
            <a:r>
              <a:rPr lang="en-US" sz="1000" spc="-2" dirty="0">
                <a:gradFill flip="none" rotWithShape="1">
                  <a:gsLst>
                    <a:gs pos="0">
                      <a:srgbClr val="44546A"/>
                    </a:gs>
                    <a:gs pos="86000">
                      <a:srgbClr val="44546A"/>
                    </a:gs>
                  </a:gsLst>
                  <a:lin ang="5400000" scaled="0"/>
                  <a:tileRect/>
                </a:gradFill>
                <a:latin typeface="Calibri" panose="020F0502020204030204" pitchFamily="34" charset="0"/>
              </a:rPr>
              <a:t>Jun 13 – Jun 24</a:t>
            </a:r>
          </a:p>
        </p:txBody>
      </p:sp>
      <p:sp>
        <p:nvSpPr>
          <p:cNvPr id="75" name="OTLSHAPE_T_3484931f200a41709ed0269277ac8c7b_Title">
            <a:extLst>
              <a:ext uri="{FF2B5EF4-FFF2-40B4-BE49-F238E27FC236}">
                <a16:creationId xmlns:a16="http://schemas.microsoft.com/office/drawing/2014/main" id="{A127C6B3-5FDA-C6AC-FEBC-A718B8838816}"/>
              </a:ext>
            </a:extLst>
          </p:cNvPr>
          <p:cNvSpPr txBox="1"/>
          <p:nvPr>
            <p:custDataLst>
              <p:tags r:id="rId71"/>
            </p:custDataLst>
          </p:nvPr>
        </p:nvSpPr>
        <p:spPr>
          <a:xfrm>
            <a:off x="426700" y="2941211"/>
            <a:ext cx="457200" cy="170519"/>
          </a:xfrm>
          <a:prstGeom prst="rect">
            <a:avLst/>
          </a:prstGeom>
          <a:noFill/>
        </p:spPr>
        <p:txBody>
          <a:bodyPr vert="horz" wrap="square" lIns="0" tIns="0" rIns="0" bIns="0" rtlCol="0" anchor="ctr" anchorCtr="0">
            <a:spAutoFit/>
          </a:bodyPr>
          <a:lstStyle/>
          <a:p>
            <a:r>
              <a:rPr lang="en-US" sz="1100" b="1" spc="-10" dirty="0">
                <a:gradFill flip="none" rotWithShape="1">
                  <a:gsLst>
                    <a:gs pos="0">
                      <a:srgbClr val="000000"/>
                    </a:gs>
                    <a:gs pos="86000">
                      <a:srgbClr val="000000"/>
                    </a:gs>
                  </a:gsLst>
                  <a:lin ang="5400000" scaled="0"/>
                  <a:tileRect/>
                </a:gradFill>
                <a:latin typeface="Calibri" panose="020F0502020204030204" pitchFamily="34" charset="0"/>
              </a:rPr>
              <a:t>Sprint 9</a:t>
            </a:r>
          </a:p>
        </p:txBody>
      </p:sp>
      <p:sp>
        <p:nvSpPr>
          <p:cNvPr id="77" name="OTLSHAPE_T_3484931f200a41709ed0269277ac8c7b_Shape">
            <a:extLst>
              <a:ext uri="{FF2B5EF4-FFF2-40B4-BE49-F238E27FC236}">
                <a16:creationId xmlns:a16="http://schemas.microsoft.com/office/drawing/2014/main" id="{97C79799-B33C-310B-7C61-7E07DCD7702D}"/>
              </a:ext>
            </a:extLst>
          </p:cNvPr>
          <p:cNvSpPr/>
          <p:nvPr>
            <p:custDataLst>
              <p:tags r:id="rId72"/>
            </p:custDataLst>
          </p:nvPr>
        </p:nvSpPr>
        <p:spPr bwMode="gray">
          <a:xfrm>
            <a:off x="7542438" y="2935150"/>
            <a:ext cx="786053" cy="232185"/>
          </a:xfrm>
          <a:prstGeom prst="snip2DiagRect">
            <a:avLst>
              <a:gd name="adj1" fmla="val 100000"/>
              <a:gd name="adj2" fmla="val 16667"/>
            </a:avLst>
          </a:prstGeom>
          <a:solidFill>
            <a:schemeClr val="accent1"/>
          </a:solidFill>
          <a:ln>
            <a:noFill/>
            <a:headEnd type="none" w="med" len="med"/>
            <a:tailEnd type="none" w="med" len="med"/>
          </a:ln>
          <a:effectLst/>
          <a:scene3d>
            <a:camera prst="orthographicFront"/>
            <a:lightRig rig="balanced" dir="t">
              <a:rot lat="0" lon="0" rev="8700000"/>
            </a:lightRig>
          </a:scene3d>
          <a:sp3d>
            <a:bevelT w="165100" h="12700"/>
          </a:sp3d>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a:gradFill>
                <a:gsLst>
                  <a:gs pos="0">
                    <a:srgbClr val="FFFFFF"/>
                  </a:gs>
                  <a:gs pos="100000">
                    <a:srgbClr val="FFFFFF"/>
                  </a:gs>
                </a:gsLst>
                <a:lin ang="5400000" scaled="0"/>
              </a:gradFill>
            </a:endParaRPr>
          </a:p>
        </p:txBody>
      </p:sp>
      <p:cxnSp>
        <p:nvCxnSpPr>
          <p:cNvPr id="99" name="OTLSHAPE_T_3484931f200a41709ed0269277ac8c7b_HorizontalConnector1">
            <a:extLst>
              <a:ext uri="{FF2B5EF4-FFF2-40B4-BE49-F238E27FC236}">
                <a16:creationId xmlns:a16="http://schemas.microsoft.com/office/drawing/2014/main" id="{E567D517-2341-F7EA-3F2C-1979C22987B7}"/>
              </a:ext>
            </a:extLst>
          </p:cNvPr>
          <p:cNvCxnSpPr>
            <a:cxnSpLocks/>
            <a:stCxn id="75" idx="3"/>
            <a:endCxn id="77" idx="2"/>
          </p:cNvCxnSpPr>
          <p:nvPr>
            <p:custDataLst>
              <p:tags r:id="rId73"/>
            </p:custDataLst>
          </p:nvPr>
        </p:nvCxnSpPr>
        <p:spPr>
          <a:xfrm>
            <a:off x="883900" y="3026471"/>
            <a:ext cx="6658538" cy="24772"/>
          </a:xfrm>
          <a:prstGeom prst="line">
            <a:avLst/>
          </a:prstGeom>
          <a:ln w="4763" cap="flat" cmpd="sng" algn="ctr">
            <a:solidFill>
              <a:srgbClr val="CCCCCC"/>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OTLSHAPE_T_3484931f200a41709ed0269277ac8c7b_HorizontalConnector1">
            <a:extLst>
              <a:ext uri="{FF2B5EF4-FFF2-40B4-BE49-F238E27FC236}">
                <a16:creationId xmlns:a16="http://schemas.microsoft.com/office/drawing/2014/main" id="{26E74129-AE4A-056C-C5C8-DEE19F7FCD61}"/>
              </a:ext>
            </a:extLst>
          </p:cNvPr>
          <p:cNvCxnSpPr>
            <a:cxnSpLocks/>
          </p:cNvCxnSpPr>
          <p:nvPr>
            <p:custDataLst>
              <p:tags r:id="rId74"/>
            </p:custDataLst>
          </p:nvPr>
        </p:nvCxnSpPr>
        <p:spPr>
          <a:xfrm>
            <a:off x="798733" y="2683374"/>
            <a:ext cx="5474785" cy="7697"/>
          </a:xfrm>
          <a:prstGeom prst="line">
            <a:avLst/>
          </a:prstGeom>
          <a:ln w="4763" cap="flat" cmpd="sng" algn="ctr">
            <a:solidFill>
              <a:srgbClr val="CCCCCC"/>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OTLSHAPE_T_3484931f200a41709ed0269277ac8c7b_HorizontalConnector1">
            <a:extLst>
              <a:ext uri="{FF2B5EF4-FFF2-40B4-BE49-F238E27FC236}">
                <a16:creationId xmlns:a16="http://schemas.microsoft.com/office/drawing/2014/main" id="{06278A55-49B3-B77D-A22A-5C8E272419BB}"/>
              </a:ext>
            </a:extLst>
          </p:cNvPr>
          <p:cNvCxnSpPr>
            <a:cxnSpLocks/>
            <a:endCxn id="67" idx="2"/>
          </p:cNvCxnSpPr>
          <p:nvPr>
            <p:custDataLst>
              <p:tags r:id="rId75"/>
            </p:custDataLst>
          </p:nvPr>
        </p:nvCxnSpPr>
        <p:spPr>
          <a:xfrm flipV="1">
            <a:off x="862759" y="2866742"/>
            <a:ext cx="6031040" cy="31537"/>
          </a:xfrm>
          <a:prstGeom prst="line">
            <a:avLst/>
          </a:prstGeom>
          <a:ln w="4763" cap="flat" cmpd="sng" algn="ctr">
            <a:solidFill>
              <a:srgbClr val="CCCCCC"/>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1" name="OTLSHAPE_T_3484931f200a41709ed0269277ac8c7b_Shape">
            <a:extLst>
              <a:ext uri="{FF2B5EF4-FFF2-40B4-BE49-F238E27FC236}">
                <a16:creationId xmlns:a16="http://schemas.microsoft.com/office/drawing/2014/main" id="{477F1F83-DE49-BB55-7615-A9235AD07CF2}"/>
              </a:ext>
            </a:extLst>
          </p:cNvPr>
          <p:cNvSpPr/>
          <p:nvPr>
            <p:custDataLst>
              <p:tags r:id="rId76"/>
            </p:custDataLst>
          </p:nvPr>
        </p:nvSpPr>
        <p:spPr bwMode="gray">
          <a:xfrm>
            <a:off x="8169363" y="3138634"/>
            <a:ext cx="786053" cy="232185"/>
          </a:xfrm>
          <a:prstGeom prst="snip2DiagRect">
            <a:avLst>
              <a:gd name="adj1" fmla="val 100000"/>
              <a:gd name="adj2" fmla="val 16667"/>
            </a:avLst>
          </a:prstGeom>
          <a:solidFill>
            <a:schemeClr val="accent1"/>
          </a:solidFill>
          <a:ln>
            <a:noFill/>
            <a:headEnd type="none" w="med" len="med"/>
            <a:tailEnd type="none" w="med" len="med"/>
          </a:ln>
          <a:effectLst/>
          <a:scene3d>
            <a:camera prst="orthographicFront"/>
            <a:lightRig rig="balanced" dir="t">
              <a:rot lat="0" lon="0" rev="8700000"/>
            </a:lightRig>
          </a:scene3d>
          <a:sp3d>
            <a:bevelT w="165100" h="12700"/>
          </a:sp3d>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a:gradFill>
                <a:gsLst>
                  <a:gs pos="0">
                    <a:srgbClr val="FFFFFF"/>
                  </a:gs>
                  <a:gs pos="100000">
                    <a:srgbClr val="FFFFFF"/>
                  </a:gs>
                </a:gsLst>
                <a:lin ang="5400000" scaled="0"/>
              </a:gradFill>
            </a:endParaRPr>
          </a:p>
        </p:txBody>
      </p:sp>
      <p:sp>
        <p:nvSpPr>
          <p:cNvPr id="123" name="OTLSHAPE_T_3484931f200a41709ed0269277ac8c7b_Title">
            <a:extLst>
              <a:ext uri="{FF2B5EF4-FFF2-40B4-BE49-F238E27FC236}">
                <a16:creationId xmlns:a16="http://schemas.microsoft.com/office/drawing/2014/main" id="{7EBA0768-72CB-A087-3BEA-72A047C87EAF}"/>
              </a:ext>
            </a:extLst>
          </p:cNvPr>
          <p:cNvSpPr txBox="1"/>
          <p:nvPr>
            <p:custDataLst>
              <p:tags r:id="rId77"/>
            </p:custDataLst>
          </p:nvPr>
        </p:nvSpPr>
        <p:spPr>
          <a:xfrm>
            <a:off x="434446" y="3185226"/>
            <a:ext cx="591212" cy="169277"/>
          </a:xfrm>
          <a:prstGeom prst="rect">
            <a:avLst/>
          </a:prstGeom>
          <a:noFill/>
        </p:spPr>
        <p:txBody>
          <a:bodyPr vert="horz" wrap="square" lIns="0" tIns="0" rIns="0" bIns="0" rtlCol="0" anchor="ctr" anchorCtr="0">
            <a:spAutoFit/>
          </a:bodyPr>
          <a:lstStyle/>
          <a:p>
            <a:r>
              <a:rPr lang="en-US" sz="1100" b="1" spc="-10" dirty="0">
                <a:gradFill flip="none" rotWithShape="1">
                  <a:gsLst>
                    <a:gs pos="0">
                      <a:srgbClr val="000000"/>
                    </a:gs>
                    <a:gs pos="86000">
                      <a:srgbClr val="000000"/>
                    </a:gs>
                  </a:gsLst>
                  <a:lin ang="5400000" scaled="0"/>
                  <a:tileRect/>
                </a:gradFill>
                <a:latin typeface="Calibri" panose="020F0502020204030204" pitchFamily="34" charset="0"/>
              </a:rPr>
              <a:t>Sprint 10</a:t>
            </a:r>
          </a:p>
        </p:txBody>
      </p:sp>
      <p:cxnSp>
        <p:nvCxnSpPr>
          <p:cNvPr id="125" name="OTLSHAPE_T_3484931f200a41709ed0269277ac8c7b_HorizontalConnector1">
            <a:extLst>
              <a:ext uri="{FF2B5EF4-FFF2-40B4-BE49-F238E27FC236}">
                <a16:creationId xmlns:a16="http://schemas.microsoft.com/office/drawing/2014/main" id="{B0B52C25-F8AF-B45C-E4B4-A53B43D49D0D}"/>
              </a:ext>
            </a:extLst>
          </p:cNvPr>
          <p:cNvCxnSpPr>
            <a:cxnSpLocks/>
            <a:endCxn id="121" idx="2"/>
          </p:cNvCxnSpPr>
          <p:nvPr>
            <p:custDataLst>
              <p:tags r:id="rId78"/>
            </p:custDataLst>
          </p:nvPr>
        </p:nvCxnSpPr>
        <p:spPr>
          <a:xfrm flipV="1">
            <a:off x="922170" y="3254727"/>
            <a:ext cx="7247193" cy="35736"/>
          </a:xfrm>
          <a:prstGeom prst="line">
            <a:avLst/>
          </a:prstGeom>
          <a:ln w="4763" cap="flat" cmpd="sng" algn="ctr">
            <a:solidFill>
              <a:srgbClr val="CCCCCC"/>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8" name="OTLSHAPE_TB_00000000000000000000000000000000_Separator2">
            <a:extLst>
              <a:ext uri="{FF2B5EF4-FFF2-40B4-BE49-F238E27FC236}">
                <a16:creationId xmlns:a16="http://schemas.microsoft.com/office/drawing/2014/main" id="{DE2F4339-4FCE-4D53-9B29-5641A352CDBC}"/>
              </a:ext>
            </a:extLst>
          </p:cNvPr>
          <p:cNvCxnSpPr>
            <a:cxnSpLocks/>
          </p:cNvCxnSpPr>
          <p:nvPr>
            <p:custDataLst>
              <p:tags r:id="rId79"/>
            </p:custDataLst>
          </p:nvPr>
        </p:nvCxnSpPr>
        <p:spPr>
          <a:xfrm>
            <a:off x="8043979" y="3921124"/>
            <a:ext cx="0" cy="254000"/>
          </a:xfrm>
          <a:prstGeom prst="line">
            <a:avLst/>
          </a:prstGeom>
          <a:ln w="4763" cap="flat" cmpd="sng" algn="ctr">
            <a:solidFill>
              <a:schemeClr val="lt1">
                <a:alpha val="29804"/>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8" name="OTLSHAPE_T_3484931f200a41709ed0269277ac8c7b_JoinedDate">
            <a:extLst>
              <a:ext uri="{FF2B5EF4-FFF2-40B4-BE49-F238E27FC236}">
                <a16:creationId xmlns:a16="http://schemas.microsoft.com/office/drawing/2014/main" id="{FBCC02A7-D26B-45F6-B0C6-55855FFB5362}"/>
              </a:ext>
            </a:extLst>
          </p:cNvPr>
          <p:cNvSpPr txBox="1"/>
          <p:nvPr>
            <p:custDataLst>
              <p:tags r:id="rId80"/>
            </p:custDataLst>
          </p:nvPr>
        </p:nvSpPr>
        <p:spPr>
          <a:xfrm>
            <a:off x="7795918" y="2787132"/>
            <a:ext cx="932860" cy="153888"/>
          </a:xfrm>
          <a:prstGeom prst="rect">
            <a:avLst/>
          </a:prstGeom>
          <a:noFill/>
        </p:spPr>
        <p:txBody>
          <a:bodyPr vert="horz" wrap="square" lIns="0" tIns="0" rIns="0" bIns="0" rtlCol="0" anchor="ctr" anchorCtr="0">
            <a:spAutoFit/>
          </a:bodyPr>
          <a:lstStyle/>
          <a:p>
            <a:r>
              <a:rPr lang="en-US" sz="1000" spc="-2" dirty="0">
                <a:gradFill flip="none" rotWithShape="1">
                  <a:gsLst>
                    <a:gs pos="0">
                      <a:srgbClr val="44546A"/>
                    </a:gs>
                    <a:gs pos="86000">
                      <a:srgbClr val="44546A"/>
                    </a:gs>
                  </a:gsLst>
                  <a:lin ang="5400000" scaled="0"/>
                  <a:tileRect/>
                </a:gradFill>
                <a:latin typeface="Calibri" panose="020F0502020204030204" pitchFamily="34" charset="0"/>
              </a:rPr>
              <a:t>Jun 27 – Jul 08</a:t>
            </a:r>
          </a:p>
        </p:txBody>
      </p:sp>
      <p:sp>
        <p:nvSpPr>
          <p:cNvPr id="82" name="OTLSHAPE_T_3484931f200a41709ed0269277ac8c7b_JoinedDate">
            <a:extLst>
              <a:ext uri="{FF2B5EF4-FFF2-40B4-BE49-F238E27FC236}">
                <a16:creationId xmlns:a16="http://schemas.microsoft.com/office/drawing/2014/main" id="{5B05F3D4-0886-298E-E678-F618979E5CC7}"/>
              </a:ext>
            </a:extLst>
          </p:cNvPr>
          <p:cNvSpPr txBox="1"/>
          <p:nvPr>
            <p:custDataLst>
              <p:tags r:id="rId81"/>
            </p:custDataLst>
          </p:nvPr>
        </p:nvSpPr>
        <p:spPr>
          <a:xfrm>
            <a:off x="7869321" y="3425966"/>
            <a:ext cx="786053" cy="153888"/>
          </a:xfrm>
          <a:prstGeom prst="rect">
            <a:avLst/>
          </a:prstGeom>
          <a:noFill/>
        </p:spPr>
        <p:txBody>
          <a:bodyPr vert="horz" wrap="square" lIns="0" tIns="0" rIns="0" bIns="0" rtlCol="0" anchor="ctr" anchorCtr="0">
            <a:spAutoFit/>
          </a:bodyPr>
          <a:lstStyle/>
          <a:p>
            <a:r>
              <a:rPr lang="en-US" sz="1000" spc="-2" dirty="0">
                <a:gradFill flip="none" rotWithShape="1">
                  <a:gsLst>
                    <a:gs pos="0">
                      <a:srgbClr val="44546A"/>
                    </a:gs>
                    <a:gs pos="86000">
                      <a:srgbClr val="44546A"/>
                    </a:gs>
                  </a:gsLst>
                  <a:lin ang="5400000" scaled="0"/>
                  <a:tileRect/>
                </a:gradFill>
                <a:latin typeface="Calibri" panose="020F0502020204030204" pitchFamily="34" charset="0"/>
              </a:rPr>
              <a:t>Jul 25 – Jul 29</a:t>
            </a:r>
          </a:p>
        </p:txBody>
      </p:sp>
      <p:sp>
        <p:nvSpPr>
          <p:cNvPr id="83" name="OTLSHAPE_T_3484931f200a41709ed0269277ac8c7b_Title">
            <a:extLst>
              <a:ext uri="{FF2B5EF4-FFF2-40B4-BE49-F238E27FC236}">
                <a16:creationId xmlns:a16="http://schemas.microsoft.com/office/drawing/2014/main" id="{3000D781-C5F5-FD64-25C6-D834E8EA86F9}"/>
              </a:ext>
            </a:extLst>
          </p:cNvPr>
          <p:cNvSpPr txBox="1"/>
          <p:nvPr>
            <p:custDataLst>
              <p:tags r:id="rId82"/>
            </p:custDataLst>
          </p:nvPr>
        </p:nvSpPr>
        <p:spPr>
          <a:xfrm>
            <a:off x="434446" y="3477909"/>
            <a:ext cx="591212" cy="169277"/>
          </a:xfrm>
          <a:prstGeom prst="rect">
            <a:avLst/>
          </a:prstGeom>
          <a:noFill/>
        </p:spPr>
        <p:txBody>
          <a:bodyPr vert="horz" wrap="square" lIns="0" tIns="0" rIns="0" bIns="0" rtlCol="0" anchor="ctr" anchorCtr="0">
            <a:spAutoFit/>
          </a:bodyPr>
          <a:lstStyle/>
          <a:p>
            <a:r>
              <a:rPr lang="en-US" sz="1100" b="1" spc="-10" dirty="0">
                <a:gradFill flip="none" rotWithShape="1">
                  <a:gsLst>
                    <a:gs pos="0">
                      <a:srgbClr val="000000"/>
                    </a:gs>
                    <a:gs pos="86000">
                      <a:srgbClr val="000000"/>
                    </a:gs>
                  </a:gsLst>
                  <a:lin ang="5400000" scaled="0"/>
                  <a:tileRect/>
                </a:gradFill>
                <a:latin typeface="Calibri" panose="020F0502020204030204" pitchFamily="34" charset="0"/>
              </a:rPr>
              <a:t>Sprint 11</a:t>
            </a:r>
          </a:p>
        </p:txBody>
      </p:sp>
      <p:sp>
        <p:nvSpPr>
          <p:cNvPr id="85" name="OTLSHAPE_T_3484931f200a41709ed0269277ac8c7b_Shape">
            <a:extLst>
              <a:ext uri="{FF2B5EF4-FFF2-40B4-BE49-F238E27FC236}">
                <a16:creationId xmlns:a16="http://schemas.microsoft.com/office/drawing/2014/main" id="{42922DBC-B2FB-1C8B-BC8E-D144C323AC11}"/>
              </a:ext>
            </a:extLst>
          </p:cNvPr>
          <p:cNvSpPr/>
          <p:nvPr>
            <p:custDataLst>
              <p:tags r:id="rId83"/>
            </p:custDataLst>
          </p:nvPr>
        </p:nvSpPr>
        <p:spPr bwMode="gray">
          <a:xfrm>
            <a:off x="8615591" y="3413437"/>
            <a:ext cx="509223" cy="206958"/>
          </a:xfrm>
          <a:prstGeom prst="snip2DiagRect">
            <a:avLst>
              <a:gd name="adj1" fmla="val 100000"/>
              <a:gd name="adj2" fmla="val 16667"/>
            </a:avLst>
          </a:prstGeom>
          <a:solidFill>
            <a:schemeClr val="accent1"/>
          </a:solidFill>
          <a:ln>
            <a:noFill/>
            <a:headEnd type="none" w="med" len="med"/>
            <a:tailEnd type="none" w="med" len="med"/>
          </a:ln>
          <a:effectLst/>
          <a:scene3d>
            <a:camera prst="orthographicFront"/>
            <a:lightRig rig="balanced" dir="t">
              <a:rot lat="0" lon="0" rev="8700000"/>
            </a:lightRig>
          </a:scene3d>
          <a:sp3d>
            <a:bevelT w="165100" h="12700"/>
          </a:sp3d>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a:gradFill>
                <a:gsLst>
                  <a:gs pos="0">
                    <a:srgbClr val="FFFFFF"/>
                  </a:gs>
                  <a:gs pos="100000">
                    <a:srgbClr val="FFFFFF"/>
                  </a:gs>
                </a:gsLst>
                <a:lin ang="5400000" scaled="0"/>
              </a:gradFill>
            </a:endParaRPr>
          </a:p>
        </p:txBody>
      </p:sp>
      <p:cxnSp>
        <p:nvCxnSpPr>
          <p:cNvPr id="86" name="OTLSHAPE_T_3484931f200a41709ed0269277ac8c7b_HorizontalConnector1">
            <a:extLst>
              <a:ext uri="{FF2B5EF4-FFF2-40B4-BE49-F238E27FC236}">
                <a16:creationId xmlns:a16="http://schemas.microsoft.com/office/drawing/2014/main" id="{AB874549-0CAA-AF67-6A4E-3A4C06F3C476}"/>
              </a:ext>
            </a:extLst>
          </p:cNvPr>
          <p:cNvCxnSpPr>
            <a:cxnSpLocks/>
            <a:endCxn id="85" idx="2"/>
          </p:cNvCxnSpPr>
          <p:nvPr>
            <p:custDataLst>
              <p:tags r:id="rId84"/>
            </p:custDataLst>
          </p:nvPr>
        </p:nvCxnSpPr>
        <p:spPr>
          <a:xfrm flipV="1">
            <a:off x="1051958" y="3516916"/>
            <a:ext cx="7563633" cy="96106"/>
          </a:xfrm>
          <a:prstGeom prst="line">
            <a:avLst/>
          </a:prstGeom>
          <a:ln w="4763" cap="flat" cmpd="sng" algn="ctr">
            <a:solidFill>
              <a:srgbClr val="CCCCCC"/>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7" name="OTLSHAPE_T_3484931f200a41709ed0269277ac8c7b_JoinedDate">
            <a:extLst>
              <a:ext uri="{FF2B5EF4-FFF2-40B4-BE49-F238E27FC236}">
                <a16:creationId xmlns:a16="http://schemas.microsoft.com/office/drawing/2014/main" id="{A57D48A8-6493-D2BC-E56F-9E9DDE38EACB}"/>
              </a:ext>
            </a:extLst>
          </p:cNvPr>
          <p:cNvSpPr txBox="1"/>
          <p:nvPr>
            <p:custDataLst>
              <p:tags r:id="rId85"/>
            </p:custDataLst>
          </p:nvPr>
        </p:nvSpPr>
        <p:spPr>
          <a:xfrm>
            <a:off x="8324273" y="3000918"/>
            <a:ext cx="786053" cy="153888"/>
          </a:xfrm>
          <a:prstGeom prst="rect">
            <a:avLst/>
          </a:prstGeom>
          <a:noFill/>
        </p:spPr>
        <p:txBody>
          <a:bodyPr vert="horz" wrap="square" lIns="0" tIns="0" rIns="0" bIns="0" rtlCol="0" anchor="ctr" anchorCtr="0">
            <a:spAutoFit/>
          </a:bodyPr>
          <a:lstStyle/>
          <a:p>
            <a:r>
              <a:rPr lang="en-US" sz="1000" spc="-2" dirty="0">
                <a:gradFill flip="none" rotWithShape="1">
                  <a:gsLst>
                    <a:gs pos="0">
                      <a:srgbClr val="44546A"/>
                    </a:gs>
                    <a:gs pos="86000">
                      <a:srgbClr val="44546A"/>
                    </a:gs>
                  </a:gsLst>
                  <a:lin ang="5400000" scaled="0"/>
                  <a:tileRect/>
                </a:gradFill>
                <a:latin typeface="Calibri" panose="020F0502020204030204" pitchFamily="34" charset="0"/>
              </a:rPr>
              <a:t>Jul 11 – Jul 22</a:t>
            </a:r>
          </a:p>
        </p:txBody>
      </p:sp>
      <p:sp>
        <p:nvSpPr>
          <p:cNvPr id="89" name="Arrow: Up 88">
            <a:extLst>
              <a:ext uri="{FF2B5EF4-FFF2-40B4-BE49-F238E27FC236}">
                <a16:creationId xmlns:a16="http://schemas.microsoft.com/office/drawing/2014/main" id="{B565DAC8-6541-E6CC-F4EA-5ADD2AFE1830}"/>
              </a:ext>
            </a:extLst>
          </p:cNvPr>
          <p:cNvSpPr/>
          <p:nvPr/>
        </p:nvSpPr>
        <p:spPr bwMode="gray">
          <a:xfrm>
            <a:off x="8915400" y="3615547"/>
            <a:ext cx="176402" cy="231840"/>
          </a:xfrm>
          <a:prstGeom prst="upArrow">
            <a:avLst/>
          </a:prstGeom>
          <a:solidFill>
            <a:srgbClr val="FF0000"/>
          </a:solidFill>
          <a:ln>
            <a:solidFill>
              <a:srgbClr val="FF0000"/>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90" name="OTLSHAPE_T_3484931f200a41709ed0269277ac8c7b_JoinedDate">
            <a:extLst>
              <a:ext uri="{FF2B5EF4-FFF2-40B4-BE49-F238E27FC236}">
                <a16:creationId xmlns:a16="http://schemas.microsoft.com/office/drawing/2014/main" id="{D6053F63-BA64-EF96-7094-5CE6CB8AE4B3}"/>
              </a:ext>
            </a:extLst>
          </p:cNvPr>
          <p:cNvSpPr txBox="1"/>
          <p:nvPr>
            <p:custDataLst>
              <p:tags r:id="rId86"/>
            </p:custDataLst>
          </p:nvPr>
        </p:nvSpPr>
        <p:spPr>
          <a:xfrm>
            <a:off x="7745328" y="3661244"/>
            <a:ext cx="1465891" cy="153888"/>
          </a:xfrm>
          <a:prstGeom prst="rect">
            <a:avLst/>
          </a:prstGeom>
          <a:noFill/>
        </p:spPr>
        <p:txBody>
          <a:bodyPr vert="horz" wrap="square" lIns="0" tIns="0" rIns="0" bIns="0" rtlCol="0" anchor="ctr" anchorCtr="0">
            <a:spAutoFit/>
          </a:bodyPr>
          <a:lstStyle/>
          <a:p>
            <a:r>
              <a:rPr lang="en-US" sz="1000" b="1" spc="-2" dirty="0">
                <a:solidFill>
                  <a:srgbClr val="FF0000"/>
                </a:solidFill>
                <a:latin typeface="Roboto" panose="02000000000000000000" pitchFamily="2" charset="0"/>
                <a:ea typeface="Roboto" panose="02000000000000000000" pitchFamily="2" charset="0"/>
              </a:rPr>
              <a:t>End of Engagement</a:t>
            </a:r>
          </a:p>
        </p:txBody>
      </p:sp>
    </p:spTree>
    <p:custDataLst>
      <p:tags r:id="rId1"/>
    </p:custDataLst>
    <p:extLst>
      <p:ext uri="{BB962C8B-B14F-4D97-AF65-F5344CB8AC3E}">
        <p14:creationId xmlns:p14="http://schemas.microsoft.com/office/powerpoint/2010/main" val="2722649047"/>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__PART_0" val="eyIkaWQiOiIxIiwiQ3VsdHVyZUluZm9OYW1lIjoiZW4tVVMiLCJTdHlsZU5hbWUiOm51bGwsIlZlcnNpb24iOnsiJGlkIjoiMiIsIlZlcnNpb24iOiIzLjIuMCIsIk9yaWdpbmFsQXNzZW1ibHlWZXJzaW9uIjoiNC4wMS4wMC4wMCIsIkVkaXRpb24iOiJQcm8iLCJJc1BsdXNFZGl0aW9uIjp0cnVlLCJJc1Byb0VkaXRpb24iOnRydWV9LCJFZmZlY3QiOjEsIlN0eWxlIjp7IiRpZCI6IjMiLCJUaW1lYmFuZFN0eWxlIjp7IiRpZCI6IjQiLCJTY2FsZU1hcmtpbmciOjAsIlNoYXBlIjo2LCJTaGFwZVN0eWxlIjp7IiRpZCI6IjUiLCJNYXJnaW4iOnsiJGlkIjoiNiIsIlRvcCI6MCwiTGVmdCI6MTAsIlJpZ2h0IjoxMCwiQm90dG9tIjowfSwiUGFkZGluZyI6eyIkaWQiOiI3IiwiVG9wIjo1LCJMZWZ0IjoxMywiUmlnaHQiOjEzLCJCb3R0b20iOjV9LCJCYWNrZ3JvdW5kIjp7IiRpZCI6IjgiLCJDb2xvciI6eyIkaWQiOiI5IiwiQSI6MjU1LCJSIjo2OCwiRyI6ODQsIkIiOjEwNn19LCJJc1Zpc2libGUiOnRydWUsIldpZHRoIjo4NTguMCwiSGVpZ2h0IjozMC4wLCJCb3JkZXJTdHlsZSI6eyIkaWQiOiIxMCIsIkxpbmVDb2xvciI6eyIkaWQiOiIxMSIsIiR0eXBlIjoiTkxSRS5Db21tb24uRG9tLlNvbGlkQ29sb3JCcnVzaCwgTkxSRS5Db21tb24iLCJDb2xvciI6eyIkaWQiOiIxMiIsIkEiOjI1NSwiUiI6MjU1LCJHIjowLCJCIjowfX0sIkxpbmVXZWlnaHQiOjAuMCwiTGluZVR5cGUiOjAsIlBhcmVudFN0eWxlIjpudWxsfSwiUGFyZW50U3R5bGUiOm51bGx9LCJSaWdodEVuZENhcHNTdHlsZSI6eyIkaWQiOiIxMyIsIkZvbnRTZXR0aW5ncyI6eyIkaWQiOiIxNCIsIkZvbnRTaXplIjoxOCwiRm9udE5hbWUiOiJDYWxpYnJpIiwiSXNCb2xkIjp0cnVlLCJJc0l0YWxpYyI6ZmFsc2UsIklzVW5kZXJsaW5lZCI6ZmFsc2UsIlBhcmVudFN0eWxlIjpudWxsfSwiQXV0b1NpemUiOjAsIkZvcmVncm91bmQiOnsiJGlkIjoiMTUiLCJDb2xvciI6eyIkaWQiOiIxNi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TciLCJUb3AiOjAsIkxlZnQiOjAsIlJpZ2h0IjoyMCwiQm90dG9tIjowfSwiUGFkZGluZyI6eyIkaWQiOiIxOCIsIlRvcCI6MCwiTGVmdCI6MCwiUmlnaHQiOjAsIkJvdHRvbSI6MH0sIkJhY2tncm91bmQiOnsiJGlkIjoiMTkiLCJDb2xvciI6eyIkaWQiOiIyMCIsIkEiOjg5LCJSIjowLCJHIjowLCJCIjowfX0sIklzVmlzaWJsZSI6dHJ1ZSwiV2lkdGgiOjAuMCwiSGVpZ2h0IjowLjAsIkJvcmRlclN0eWxlIjpudWxsLCJQYXJlbnRTdHlsZSI6bnVsbH0sIkxlZnRFbmRDYXBzU3R5bGUiOnsiJGlkIjoiMjEiLCJGb250U2V0dGluZ3MiOnsiJGlkIjoiMjIiLCJGb250U2l6ZSI6MTgsIkZvbnROYW1lIjoiQ2FsaWJyaSIsIklzQm9sZCI6dHJ1ZSwiSXNJdGFsaWMiOmZhbHNlLCJJc1VuZGVybGluZWQiOmZhbHNlLCJQYXJlbnRTdHlsZSI6bnVsbH0sIkF1dG9TaXplIjowLCJGb3JlZ3JvdW5kIjp7IiRpZCI6IjIzIiwiQ29sb3IiOnsiJGlkIjoiMjQ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I1IiwiVG9wIjowLCJMZWZ0IjoyMCwiUmlnaHQiOjAsIkJvdHRvbSI6MH0sIlBhZGRpbmciOnsiJGlkIjoiMjYiLCJUb3AiOjAsIkxlZnQiOjAsIlJpZ2h0IjowLCJCb3R0b20iOjB9LCJCYWNrZ3JvdW5kIjp7IiRpZCI6IjI3IiwiQ29sb3IiOnsiJHJlZiI6IjIwIn19LCJJc1Zpc2libGUiOnRydWUsIldpZHRoIjowLjAsIkhlaWdodCI6MC4wLCJCb3JkZXJTdHlsZSI6bnVsbCwiUGFyZW50U3R5bGUiOm51bGx9LCJUb2RheVRleHRTdHlsZSI6eyIkaWQiOiIyOCIsIkZvbnRTZXR0aW5ncyI6eyIkaWQiOiIyOSIsIkZvbnRTaXplIjoxMiwiRm9udE5hbWUiOiJDYWxpYnJpIiwiSXNCb2xkIjpmYWxzZSwiSXNJdGFsaWMiOmZhbHNlLCJJc1VuZGVybGluZWQiOmZhbHNlLCJQYXJlbnRTdHlsZSI6bnVsbH0sIkF1dG9TaXplIjowLCJGb3JlZ3JvdW5kIjp7IiRpZCI6IjMwIiwiQ29sb3IiOnsiJGlkIjoiMzE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zIiLCJUb3AiOjAsIkxlZnQiOjAsIlJpZ2h0IjowLCJCb3R0b20iOjB9LCJQYWRkaW5nIjp7IiRpZCI6IjMzIiwiVG9wIjowLCJMZWZ0IjowLCJSaWdodCI6MCwiQm90dG9tIjowfSwiQmFja2dyb3VuZCI6eyIkaWQiOiIzNCIsIkNvbG9yIjp7IiRyZWYiOiIyMCJ9fSwiSXNWaXNpYmxlIjp0cnVlLCJXaWR0aCI6MC4wLCJIZWlnaHQiOjAuMCwiQm9yZGVyU3R5bGUiOm51bGwsIlBhcmVudFN0eWxlIjpudWxsfSwiVG9kYXlNYXJrZXJTdHlsZSI6eyIkaWQiOiIzNSIsIk1hcmdpbiI6eyIkaWQiOiIzNiIsIlRvcCI6MCwiTGVmdCI6MCwiUmlnaHQiOjAsIkJvdHRvbSI6MH0sIlBhZGRpbmciOnsiJGlkIjoiMzciLCJUb3AiOjAsIkxlZnQiOjAsIlJpZ2h0IjowLCJCb3R0b20iOjB9LCJCYWNrZ3JvdW5kIjp7IiRpZCI6IjM4IiwiQ29sb3IiOnsiJGlkIjoiMzkiLCJBIjoyNTUsIlIiOjI1NSwiRyI6MCwiQiI6MH19LCJJc1Zpc2libGUiOnRydWUsIldpZHRoIjowLjAsIkhlaWdodCI6MC4wLCJCb3JkZXJTdHlsZSI6bnVsbCwiUGFyZW50U3R5bGUiOm51bGx9LCJTY2FsZVN0eWxlIjp7IiRpZCI6IjQwIiwiU2hvd1NlZ21lbnRTZXBhcmF0b3JzIjp0cnVlLCJTZWdtZW50U2VwYXJhdG9yT3BhY2l0eSI6MzAsIkZvbnRTZXR0aW5ncyI6eyIkaWQiOiI0MSIsIkZvbnRTaXplIjoxMiwiRm9udE5hbWUiOiJDYWxpYnJpIiwiSXNCb2xkIjpmYWxzZSwiSXNJdGFsaWMiOmZhbHNlLCJJc1VuZGVybGluZWQiOmZhbHNlLCJQYXJlbnRTdHlsZSI6bnVsbH0sIkF1dG9TaXplIjowLCJGb3JlZ3JvdW5kIjp7IiRpZCI6IjQyIiwiQ29sb3IiOnsiJGlkIjoiNDM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DQiLCJUb3AiOjAsIkxlZnQiOjUsIlJpZ2h0IjowLCJCb3R0b20iOjB9LCJQYWRkaW5nIjp7IiRpZCI6IjQ1IiwiVG9wIjowLCJMZWZ0IjowLCJSaWdodCI6MCwiQm90dG9tIjowfSwiQmFja2dyb3VuZCI6eyIkaWQiOiI0NiIsIkNvbG9yIjp7IiRyZWYiOiIyMCJ9fSwiSXNWaXNpYmxlIjp0cnVlLCJXaWR0aCI6MC4wLCJIZWlnaHQiOjAuMCwiQm9yZGVyU3R5bGUiOm51bGwsIlBhcmVudFN0eWxlIjpudWxsfSwiRWxhcHNlZFRpbWVCYWNrZ3JvdW5kIjp7IiRpZCI6IjQ3IiwiQ29sb3IiOnsiJGlkIjoiNDgiLCJBIjo3NywiUiI6MjU1LCJHIjowLCJCIjowfX0sIkFwcGVuZFllYXJPblllYXJDaGFuZ2UiOnRydWUsIkVsYXBzZWRUaW1lRm9ybWF0IjoxLCJUb2RheU1hcmtlclBvc2l0aW9uIjozLCJRdWlja1Bvc2l0aW9uIjoyLCJBYnNvbHV0ZVBvc2l0aW9uIjozMDMuNzUsIk1hcmdpbiI6eyIkaWQiOiI0OSIsIlRvcCI6MCwiTGVmdCI6MTAsIlJpZ2h0IjoxMCwiQm90dG9tIjowfSwiUGFkZGluZyI6eyIkaWQiOiI1MCIsIlRvcCI6MCwiTGVmdCI6MCwiUmlnaHQiOjAsIkJvdHRvbSI6MH0sIkJhY2tncm91bmQiOnsiJGlkIjoiNTEiLCJDb2xvciI6eyIkaWQiOiI1MiIsIkEiOjI1NSwiUiI6MzEsIkciOjczLCJCIjoxMjV9fSwiSXNWaXNpYmxlIjp0cnVlLCJXaWR0aCI6MC4wLCJIZWlnaHQiOjAuMCwiQm9yZGVyU3R5bGUiOm51bGwsIlBhcmVudFN0eWxlIjpudWxsfSwiRGVmYXVsdE1pbGVzdG9uZVN0eWxlIjp7IiRpZCI6IjUzIiwiU2hhcGUiOjMsIkNvbm5lY3Rvck1hcmdpbiI6eyIkaWQiOiI1NCIsIlRvcCI6MCwiTGVmdCI6MiwiUmlnaHQiOjIsIkJvdHRvbSI6MH0sIkNvbm5lY3RvclN0eWxlIjp7IiRpZCI6IjU1IiwiTGluZUNvbG9yIjp7IiRpZCI6IjU2IiwiJHR5cGUiOiJOTFJFLkNvbW1vbi5Eb20uU29saWRDb2xvckJydXNoLCBOTFJFLkNvbW1vbiIsIkNvbG9yIjp7IiRpZCI6IjU3IiwiQSI6MTI3LCJSIjozMSwiRyI6NzMsIkIiOjEyNn19LCJMaW5lV2VpZ2h0IjoxLjAsIkxpbmVUeXBlIjowLCJQYXJlbnRTdHlsZSI6bnVsbH0sIklzQmVsb3dUaW1lYmFuZCI6ZmFsc2UsIlBvc2l0aW9uT25UYXNrIjowLCJIaWRlRGF0ZSI6ZmFsc2UsIlNoYXBlU2l6ZSI6MSwiU3BhY2luZyI6Mi4wLCJQYWRkaW5nIjp7IiRpZCI6IjU4IiwiVG9wIjo3LCJMZWZ0IjozLCJSaWdodCI6MCwiQm90dG9tIjoyfSwiU2hhcGVTdHlsZSI6eyIkaWQiOiI1OSIsIk1hcmdpbiI6eyIkaWQiOiI2MCIsIlRvcCI6MCwiTGVmdCI6MCwiUmlnaHQiOjAsIkJvdHRvbSI6MH0sIlBhZGRpbmciOnsiJGlkIjoiNjEiLCJUb3AiOjAsIkxlZnQiOjAsIlJpZ2h0IjowLCJCb3R0b20iOjB9LCJCYWNrZ3JvdW5kIjp7IiRpZCI6IjYyIiwiQ29sb3IiOnsiJGlkIjoiNjMiLCJBIjoyNTUsIlIiOjAsIkciOjExNCwiQiI6MTg4fX0sIklzVmlzaWJsZSI6dHJ1ZSwiV2lkdGgiOjE4LjAsIkhlaWdodCI6MjAuMCwiQm9yZGVyU3R5bGUiOnsiJGlkIjoiNjQiLCJMaW5lQ29sb3IiOnsiJGlkIjoiNjUiLCIkdHlwZSI6Ik5MUkUuQ29tbW9uLkRvbS5Tb2xpZENvbG9yQnJ1c2gsIE5MUkUuQ29tbW9uIiwiQ29sb3IiOnsiJGlkIjoiNjYiLCJBIjoyNTUsIlIiOjI1NSwiRyI6MCwiQiI6MH19LCJMaW5lV2VpZ2h0IjowLjAsIkxpbmVUeXBlIjowLCJQYXJlbnRTdHlsZSI6bnVsbH0sIlBhcmVudFN0eWxlIjpudWxsfSwiVGl0bGVTdHlsZSI6eyIkaWQiOiI2NyIsIkZvbnRTZXR0aW5ncyI6eyIkaWQiOiI2OCIsIkZvbnRTaXplIjoxMSwiRm9udE5hbWUiOiJDYWxpYnJpIiwiSXNCb2xkIjp0cnVlLCJJc0l0YWxpYyI6ZmFsc2UsIklzVW5kZXJsaW5lZCI6ZmFsc2UsIlBhcmVudFN0eWxlIjpudWxsfSwiQXV0b1NpemUiOjAsIkZvcmVncm91bmQiOnsiJGlkIjoiNjkiLCJDb2xvciI6eyIkaWQiOiI3M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3MSIsIlRvcCI6MCwiTGVmdCI6MCwiUmlnaHQiOjAsIkJvdHRvbSI6MH0sIlBhZGRpbmciOnsiJGlkIjoiNzIiLCJUb3AiOjAsIkxlZnQiOjAsIlJpZ2h0IjowLCJCb3R0b20iOjB9LCJCYWNrZ3JvdW5kIjp7IiRpZCI6IjczIiwiQ29sb3IiOnsiJHJlZiI6IjIwIn19LCJJc1Zpc2libGUiOnRydWUsIldpZHRoIjowLjAsIkhlaWdodCI6MC4wLCJCb3JkZXJTdHlsZSI6bnVsbCwiUGFyZW50U3R5bGUiOm51bGx9LCJEYXRlU3R5bGUiOnsiJGlkIjoiNzQiLCJGb250U2V0dGluZ3MiOnsiJGlkIjoiNzUiLCJGb250U2l6ZSI6MTAsIkZvbnROYW1lIjoiQ2FsaWJyaSIsIklzQm9sZCI6ZmFsc2UsIklzSXRhbGljIjpmYWxzZSwiSXNVbmRlcmxpbmVkIjpmYWxzZSwiUGFyZW50U3R5bGUiOm51bGx9LCJBdXRvU2l6ZSI6MCwiRm9yZWdyb3VuZCI6eyIkaWQiOiI3NiIsIkNvbG9yIjp7IiRpZCI6Ijc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3OCIsIlRvcCI6MCwiTGVmdCI6MCwiUmlnaHQiOjAsIkJvdHRvbSI6MH0sIlBhZGRpbmciOnsiJGlkIjoiNzkiLCJUb3AiOjAsIkxlZnQiOjAsIlJpZ2h0IjowLCJCb3R0b20iOjB9LCJCYWNrZ3JvdW5kIjp7IiRpZCI6IjgwIiwiQ29sb3IiOnsiJHJlZiI6IjIwIn19LCJJc1Zpc2libGUiOnRydWUsIldpZHRoIjowLjAsIkhlaWdodCI6MC4wLCJCb3JkZXJTdHlsZSI6bnVsbCwiUGFyZW50U3R5bGUiOm51bGx9LCJEYXRlRm9ybWF0Ijp7IiRpZCI6Ijg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nRydWUsIlBhcmVudFN0eWxlIjpudWxsfSwiRGVmYXVsdFRhc2tTdHlsZSI6eyIkaWQiOiI4MiIsIlNoYXBlIjo3LCJTaGFwZVRoaWNrbmVzcyI6MSwiRHVyYXRpb25Gb3JtYXQiOjAsIkluY2x1ZGVOb25Xb3JraW5nRGF5c0luRHVyYXRpb24iOmZhbHNlLCJQZXJjZW50YWdlQ29tcGxldGVTdHlsZSI6eyIkaWQiOiI4MyIsIkZvbnRTZXR0aW5ncyI6eyIkaWQiOiI4NCIsIkZvbnRTaXplIjoxMCwiRm9udE5hbWUiOiJDYWxpYnJpIiwiSXNCb2xkIjpmYWxzZSwiSXNJdGFsaWMiOmZhbHNlLCJJc1VuZGVybGluZWQiOmZhbHNlLCJQYXJlbnRTdHlsZSI6bnVsbH0sIkF1dG9TaXplIjowLCJGb3JlZ3JvdW5kIjp7IiRpZCI6Ijg1IiwiQ29sb3IiOnsiJGlkIjoiOD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4NyIsIlRvcCI6MCwiTGVmdCI6MCwiUmlnaHQiOjAsIkJvdHRvbSI6MH0sIlBhZGRpbmciOnsiJGlkIjoiODgiLCJUb3AiOjAsIkxlZnQiOjAsIlJpZ2h0IjowLCJCb3R0b20iOjB9LCJCYWNrZ3JvdW5kIjp7IiRpZCI6Ijg5IiwiQ29sb3IiOnsiJHJlZiI6IjIwIn19LCJJc1Zpc2libGUiOnRydWUsIldpZHRoIjowLjAsIkhlaWdodCI6MC4wLCJCb3JkZXJTdHlsZSI6bnVsbCwiUGFyZW50U3R5bGUiOm51bGx9LCJEdXJhdGlvblN0eWxlIjp7IiRpZCI6IjkwIiwiRm9udFNldHRpbmdzIjp7IiRpZCI6IjkxIiwiRm9udFNpemUiOjEwLCJGb250TmFtZSI6IkNhbGlicmkiLCJJc0JvbGQiOmZhbHNlLCJJc0l0YWxpYyI6ZmFsc2UsIklzVW5kZXJsaW5lZCI6ZmFsc2UsIlBhcmVudFN0eWxlIjpudWxsfSwiQXV0b1NpemUiOjAsIkZvcmVncm91bmQiOnsiJGlkIjoiOTIiLCJDb2xvciI6eyIkaWQiOiI5M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k0IiwiVG9wIjowLCJMZWZ0IjowLCJSaWdodCI6MCwiQm90dG9tIjowfSwiUGFkZGluZyI6eyIkaWQiOiI5NSIsIlRvcCI6MCwiTGVmdCI6MCwiUmlnaHQiOjAsIkJvdHRvbSI6MH0sIkJhY2tncm91bmQiOnsiJGlkIjoiOTYiLCJDb2xvciI6eyIkcmVmIjoiMjAifX0sIklzVmlzaWJsZSI6dHJ1ZSwiV2lkdGgiOjAuMCwiSGVpZ2h0IjowLjAsIkJvcmRlclN0eWxlIjpudWxsLCJQYXJlbnRTdHlsZSI6bnVsbH0sIkhvcml6b250YWxDb25uZWN0b3JTdHlsZSI6eyIkaWQiOiI5NyIsIkxpbmVDb2xvciI6eyIkaWQiOiI5OCIsIiR0eXBlIjoiTkxSRS5Db21tb24uRG9tLlNvbGlkQ29sb3JCcnVzaCwgTkxSRS5Db21tb24iLCJDb2xvciI6eyIkaWQiOiI5OSIsIkEiOjI1NSwiUiI6MjA0LCJHIjoyMDQsIkIiOjIwNH19LCJMaW5lV2VpZ2h0IjoxLjAsIkxpbmVUeXBlIjowLCJQYXJlbnRTdHlsZSI6bnVsbH0sIlZlcnRpY2FsQ29ubmVjdG9yU3R5bGUiOnsiJGlkIjoiMTAwIiwiTGluZUNvbG9yIjp7IiRpZCI6IjEwMSIsIiR0eXBlIjoiTkxSRS5Db21tb24uRG9tLlNvbGlkQ29sb3JCcnVzaCwgTkxSRS5Db21tb24iLCJDb2xvciI6eyIkaWQiOiIxMDIiLCJBIjoyNTUsIlIiOjIwNCwiRyI6MjA0LCJCIjoyMDR9fSwiTGluZVdlaWdodCI6MC4wLCJMaW5lVHlwZSI6MCwiUGFyZW50U3R5bGUiOm51bGx9LCJNYXJnaW4iOm51bGwsIlN0YXJ0RGF0ZVBvc2l0aW9uIjo0LCJFbmREYXRlUG9zaXRpb24iOjQsIkRhdGVJc1Zpc2libGUiOnRydWUsIlRpdGxlUG9zaXRpb24iOjUsIkR1cmF0aW9uUG9zaXRpb24iOjYsIlBlcmNlbnRhZ2VDb21wbGV0ZWRQb3NpdGlvbiI6NiwiU3BhY2luZyI6NSwiSXNCZWxvd1RpbWViYW5kIjpmYWxzZSwiUGVyY2VudGFnZUNvbXBsZXRlU2hhcGVPcGFjaXR5IjozNSwiU2hhcGVTdHlsZSI6eyIkaWQiOiIxMDMiLCJNYXJnaW4iOnsiJGlkIjoiMTA0IiwiVG9wIjowLCJMZWZ0Ijo0LCJSaWdodCI6NCwiQm90dG9tIjowfSwiUGFkZGluZyI6eyIkaWQiOiIxMDUiLCJUb3AiOjAsIkxlZnQiOjAsIlJpZ2h0IjowLCJCb3R0b20iOjB9LCJCYWNrZ3JvdW5kIjp7IiRpZCI6IjEwNiIsIkNvbG9yIjp7IiRpZCI6IjEwNyIsIkEiOjI1NSwiUiI6MCwiRyI6MTE0LCJCIjoxODh9fSwiSXNWaXNpYmxlIjp0cnVlLCJXaWR0aCI6MC4wLCJIZWlnaHQiOjE2LjAsIkJvcmRlclN0eWxlIjp7IiRpZCI6IjEwOCIsIkxpbmVDb2xvciI6eyIkaWQiOiIxMDkiLCIkdHlwZSI6Ik5MUkUuQ29tbW9uLkRvbS5Tb2xpZENvbG9yQnJ1c2gsIE5MUkUuQ29tbW9uIiwiQ29sb3IiOnsiJGlkIjoiMTEwIiwiQSI6MjU1LCJSIjoyNTUsIkciOjAsIkIiOjB9fSwiTGluZVdlaWdodCI6MC4wLCJMaW5lVHlwZSI6MCwiUGFyZW50U3R5bGUiOm51bGx9LCJQYXJlbnRTdHlsZSI6bnVsbH0sIlRpdGxlU3R5bGUiOnsiJGlkIjoiMTExIiwiRm9udFNldHRpbmdzIjp7IiRpZCI6IjExMiIsIkZvbnRTaXplIjoxMSwiRm9udE5hbWUiOiJDYWxpYnJpIiwiSXNCb2xkIjp0cnVlLCJJc0l0YWxpYyI6ZmFsc2UsIklzVW5kZXJsaW5lZCI6ZmFsc2UsIlBhcmVudFN0eWxlIjpudWxsfSwiQXV0b1NpemUiOjAsIkZvcmVncm91bmQiOnsiJGlkIjoiMTEzIiwiQ29sb3IiOnsiJGlkIjoiMTE0IiwiQSI6MjU1LCJSIjowLCJHIjowLCJCIjowfX0sIk1heFdpZHRoIjo5NjAuMCwiTWF4SGVpZ2h0IjoiSW5maW5pdHkiLCJTbWFydEZvcmVncm91bmRJc0FjdGl2ZSI6ZmFsc2UsIkhvcml6b250YWxBbGlnbm1lbnQiOjAsIlZlcnRpY2FsQWxpZ25tZW50IjowLCJTbWFydEZvcmVncm91bmQiOm51bGwsIkJhY2tncm91bmRGaWxsVHlwZSI6MCwiTWFyZ2luIjp7IiRpZCI6IjExNSIsIlRvcCI6MCwiTGVmdCI6MCwiUmlnaHQiOjAsIkJvdHRvbSI6MH0sIlBhZGRpbmciOnsiJGlkIjoiMTE2IiwiVG9wIjowLCJMZWZ0IjowLCJSaWdodCI6MCwiQm90dG9tIjowfSwiQmFja2dyb3VuZCI6eyIkaWQiOiIxMTciLCJDb2xvciI6eyIkcmVmIjoiMjAifX0sIklzVmlzaWJsZSI6dHJ1ZSwiV2lkdGgiOjAuMCwiSGVpZ2h0IjowLjAsIkJvcmRlclN0eWxlIjpudWxsLCJQYXJlbnRTdHlsZSI6bnVsbH0sIkRhdGVTdHlsZSI6eyIkaWQiOiIxMTgiLCJGb250U2V0dGluZ3MiOnsiJGlkIjoiMTE5IiwiRm9udFNpemUiOjEwLCJGb250TmFtZSI6IkNhbGlicmkiLCJJc0JvbGQiOmZhbHNlLCJJc0l0YWxpYyI6ZmFsc2UsIklzVW5kZXJsaW5lZCI6ZmFsc2UsIlBhcmVudFN0eWxlIjpudWxsfSwiQXV0b1NpemUiOjAsIkZvcmVncm91bmQiOnsiJGlkIjoiMTIwIiwiQ29sb3IiOnsiJGlkIjoiMTI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jIiLCJUb3AiOjAsIkxlZnQiOjAsIlJpZ2h0IjowLCJCb3R0b20iOjB9LCJQYWRkaW5nIjp7IiRpZCI6IjEyMyIsIlRvcCI6MCwiTGVmdCI6MCwiUmlnaHQiOjAsIkJvdHRvbSI6MH0sIkJhY2tncm91bmQiOnsiJGlkIjoiMTI0IiwiQ29sb3IiOnsiJHJlZiI6IjIwIn19LCJJc1Zpc2libGUiOnRydWUsIldpZHRoIjowLjAsIkhlaWdodCI6MC4wLCJCb3JkZXJTdHlsZSI6bnVsbCwiUGFyZW50U3R5bGUiOm51bGx9LCJEYXRlRm9ybWF0Ijp7IiRpZCI6IjEy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CwiX2V4cGxpY2l0bHlTZXQiOnsiJGlkIjoiMTI2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klzVmlzaWJsZSI6ZmFsc2V9fSwiR3JpZGxpbmVQYW5lbFN0eWxlIjp7IiRpZCI6IjEyNyIsIkdyaWRsaW5lU3R5bGUiOnsiJGlkIjoiMTI4IiwiTGluZUNvbG9yIjp7IiRpZCI6IjEyOSIsIiR0eXBlIjoiTkxSRS5Db21tb24uRG9tLlNvbGlkQ29sb3JCcnVzaCwgTkxSRS5Db21tb24iLCJDb2xvciI6eyIkaWQiOiIxMzAiLCJBIjozOCwiUiI6OTEsIkciOjE1NSwiQiI6MjEzfX0sIkxpbmVXZWlnaHQiOjEuMCwiTGluZVR5cGUiOjAsIlBhcmVudFN0eWxlIjpudWxsfSwiTWFyZ2luIjp7IiRpZCI6IjEzMSIsIlRvcCI6MCwiTGVmdCI6MCwiUmlnaHQiOjAsIkJvdHRvbSI6MH0sIlBhZGRpbmciOnsiJGlkIjoiMTMyIiwiVG9wIjowLCJMZWZ0IjowLCJSaWdodCI6MCwiQm90dG9tIjowfSwiQmFja2dyb3VuZCI6bnVsbCwiSXNWaXNpYmxlIjp0cnVlLCJXaWR0aCI6MC4wLCJIZWlnaHQiOjAuMCwiQm9yZGVyU3R5bGUiOnsiJGlkIjoiMTMzIiwiTGluZUNvbG9yIjpudWxsLCJMaW5lV2VpZ2h0IjowLjAsIkxpbmVUeXBlIjowLCJQYXJlbnRTdHlsZSI6bnVsbH0sIlBhcmVudFN0eWxlIjpudWxsfSwiU2hvd0VsYXBzZWRUaW1lR3JhZGllbnRTdHlsZSI6ZmFsc2UsIkRlZmF1bHRTd2ltbGFuZVN0eWxlIjp7IiRpZCI6IjEzNCIsIkhlYWRlclN0eWxlIjp7IiRpZCI6IjEzNSIsIlRleHRTdHlsZSI6eyIkaWQiOiIxMzYiLCJGb250U2V0dGluZ3MiOnsiJGlkIjoiMTM3IiwiRm9udFNpemUiOjEyLCJGb250TmFtZSI6IkNhbGlicmkiLCJJc0JvbGQiOmZhbHNlLCJJc0l0YWxpYyI6ZmFsc2UsIklzVW5kZXJsaW5lZCI6ZmFsc2UsIlBhcmVudFN0eWxlIjpudWxsfSwiQXV0b1NpemUiOjAsIkZvcmVncm91bmQiOnsiJGlkIjoiMTM4IiwiQ29sb3IiOnsiJGlkIjoiMTM5IiwiQSI6MjU1LCJSIjozMiwiRyI6NTYsIkIiOjEwMH19LCJNYXhXaWR0aCI6MC4wLCJNYXhIZWlnaHQiOjAuMCwiU21hcnRGb3JlZ3JvdW5kSXNBY3RpdmUiOmZhbHNlLCJIb3Jpem9udGFsQWxpZ25tZW50IjowLCJWZXJ0aWNhbEFsaWdubWVudCI6MCwiU21hcnRGb3JlZ3JvdW5kIjpudWxsLCJCYWNrZ3JvdW5kRmlsbFR5cGUiOjAsIk1hcmdpbiI6eyIkaWQiOiIxNDAiLCJUb3AiOjAsIkxlZnQiOjAsIlJpZ2h0IjowLCJCb3R0b20iOjB9LCJQYWRkaW5nIjp7IiRpZCI6IjE0MSIsIlRvcCI6MCwiTGVmdCI6MCwiUmlnaHQiOjAsIkJvdHRvbSI6MH0sIkJhY2tncm91bmQiOm51bGwsIklzVmlzaWJsZSI6ZmFsc2UsIldpZHRoIjowLjAsIkhlaWdodCI6MC4wLCJCb3JkZXJTdHlsZSI6bnVsbCwiUGFyZW50U3R5bGUiOm51bGx9LCJSZWN0YW5nbGVTdHlsZSI6eyIkaWQiOiIxNDIiLCJNYXJnaW4iOnsiJGlkIjoiMTQzIiwiVG9wIjowLCJMZWZ0IjowLCJSaWdodCI6MCwiQm90dG9tIjowfSwiUGFkZGluZyI6eyIkaWQiOiIxNDQiLCJUb3AiOjAsIkxlZnQiOjAsIlJpZ2h0IjowLCJCb3R0b20iOjB9LCJCYWNrZ3JvdW5kIjp7IiRpZCI6IjE0NSIsIkNvbG9yIjp7IiRpZCI6IjE0NiIsIkEiOjEyNywiUiI6OTEsIkciOjE1NSwiQiI6MjEzfX0sIklzVmlzaWJsZSI6ZmFsc2UsIldpZHRoIjowLjAsIkhlaWdodCI6MC4wLCJCb3JkZXJTdHlsZSI6eyIkaWQiOiIxNDciLCJMaW5lQ29sb3IiOnsiJGlkIjoiMTQ4IiwiJHR5cGUiOiJOTFJFLkNvbW1vbi5Eb20uU29saWRDb2xvckJydXNoLCBOTFJFLkNvbW1vbiIsIkNvbG9yIjp7IiRpZCI6IjE0OSIsIkEiOjI1NSwiUiI6MjU1LCJHIjowLCJCIjowfX0sIkxpbmVXZWlnaHQiOjAuMCwiTGluZVR5cGUiOjAsIlBhcmVudFN0eWxlIjpudWxsfSwiUGFyZW50U3R5bGUiOm51bGx9LCJNYXJnaW4iOnsiJGlkIjoiMTUwIiwiVG9wIjowLCJMZWZ0IjowLCJSaWdodCI6MCwiQm90dG9tIjowfSwiUGFkZGluZyI6eyIkaWQiOiIxNTEiLCJUb3AiOjAsIkxlZnQiOjAsIlJpZ2h0IjowLCJCb3R0b20iOjB9LCJCYWNrZ3JvdW5kIjpudWxsLCJJc1Zpc2libGUiOnRydWUsIldpZHRoIjowLjAsIkhlaWdodCI6MC4wLCJCb3JkZXJTdHlsZSI6bnVsbCwiUGFyZW50U3R5bGUiOm51bGx9LCJCYWNrZ3JvdW5kU3R5bGUiOnsiJGlkIjoiMTUyIiwiTWFyZ2luIjp7IiRpZCI6IjE1MyIsIlRvcCI6MCwiTGVmdCI6MCwiUmlnaHQiOjAsIkJvdHRvbSI6MH0sIlBhZGRpbmciOnsiJGlkIjoiMTU0IiwiVG9wIjowLCJMZWZ0IjowLCJSaWdodCI6MCwiQm90dG9tIjowfSwiQmFja2dyb3VuZCI6eyIkaWQiOiIxNTUiLCJDb2xvciI6eyIkaWQiOiIxNTYiLCJBIjozOCwiUiI6OTEsIkciOjE1NSwiQiI6MjEzfX0sIklzVmlzaWJsZSI6dHJ1ZSwiV2lkdGgiOjAuMCwiSGVpZ2h0IjowLjAsIkJvcmRlclN0eWxlIjp7IiRpZCI6IjE1NyIsIkxpbmVDb2xvciI6eyIkaWQiOiIxNTgiLCIkdHlwZSI6Ik5MUkUuQ29tbW9uLkRvbS5Tb2xpZENvbG9yQnJ1c2gsIE5MUkUuQ29tbW9uIiwiQ29sb3IiOnsiJGlkIjoiMTU5IiwiQSI6MjU1LCJSIjoyNTUsIkciOjAsIkIiOjB9fSwiTGluZVdlaWdodCI6MC4wLCJMaW5lVHlwZSI6MCwiUGFyZW50U3R5bGUiOm51bGx9LCJQYXJlbnRTdHlsZSI6bnVsbH0sIklzQWJvdmVUaW1lYmFuZCI6ZmFsc2UsIk1hcmdpbiI6eyIkaWQiOiIxNjAiLCJUb3AiOjAsIkxlZnQiOjAsIlJpZ2h0IjowLCJCb3R0b20iOjB9LCJQYWRkaW5nIjp7IiRpZCI6IjE2MSIsIlRvcCI6MCwiTGVmdCI6MCwiUmlnaHQiOjAsIkJvdHRvbSI6MH0sIklzVmlzaWJsZSI6dHJ1ZSwiV2lkdGgiOjAuMCwiSGVpZ2h0IjowLjAsIkJvcmRlclN0eWxlIjpudWxsLCJQYXJlbnRTdHlsZSI6bnVsbH19LCJTY2FsZSI6eyIkaWQiOiIxNjIiLCJTdGFydERhdGUiOiIwMDAxLTAxLTAxVDAwOjAwOjAwIiwiRW5kRGF0ZSI6IjIwMjAtMDMtMjBUMjM6NTk6MDBaIiwiRm9ybWF0IjoiTU1NIiwiVHlwZSI6MiwiQXV0b0RhdGVSYW5nZSI6dHJ1ZSwiV29ya2luZ0RheXMiOjMxLCJUb2RheU1hcmtlclRleHQiOiJUb2RheSIsIkF1dG9TY2FsZVR5cGUiOnRydWV9LCJNaWxlc3RvbmVzIjpbXSwiVGFza3MiOlt7IiRpZCI6IjE2MyIsIkdyb3VwTmFtZSI6bnVsbCwiU3RhcnREYXRlIjoiMjAyMC0wMS0yMFQwMDowMDowMFoiLCJFbmREYXRlIjoiMjAyMC0wMS0yNFQyMzo1OTowMFoiLCJQZXJjZW50YWdlQ29tcGxldGUiOm51bGwsIlN0eWxlIjp7IiRpZCI6IjE2NCIsIlNoYXBlIjo3LCJTaGFwZVRoaWNrbmVzcyI6MSwiRHVyYXRpb25Gb3JtYXQiOjAsIkluY2x1ZGVOb25Xb3JraW5nRGF5c0luRHVyYXRpb24iOmZhbHNlLCJQZXJjZW50YWdlQ29tcGxldGVTdHlsZSI6eyIkaWQiOiIxNjUiLCJGb250U2V0dGluZ3MiOnsiJGlkIjoiMTY2IiwiRm9udFNpemUiOjEwLCJGb250TmFtZSI6IkNhbGlicmkiLCJJc0JvbGQiOmZhbHNlLCJJc0l0YWxpYyI6ZmFsc2UsIklzVW5kZXJsaW5lZCI6ZmFsc2UsIlBhcmVudFN0eWxlIjpudWxsfSwiQXV0b1NpemUiOjAsIkZvcmVncm91bmQiOnsiJHJlZiI6Ijg1In0sIk1heFdpZHRoIjoyMDAuMCwiTWF4SGVpZ2h0IjoiSW5maW5pdHkiLCJTbWFydEZvcmVncm91bmRJc0FjdGl2ZSI6ZmFsc2UsIkhvcml6b250YWxBbGlnbm1lbnQiOjAsIlZlcnRpY2FsQWxpZ25tZW50IjowLCJTbWFydEZvcmVncm91bmQiOm51bGwsIkJhY2tncm91bmRGaWxsVHlwZSI6MCwiTWFyZ2luIjp7IiRpZCI6IjE2NyIsIlRvcCI6MCwiTGVmdCI6MCwiUmlnaHQiOjAsIkJvdHRvbSI6MH0sIlBhZGRpbmciOnsiJGlkIjoiMTY4IiwiVG9wIjowLCJMZWZ0IjowLCJSaWdodCI6MCwiQm90dG9tIjowfSwiQmFja2dyb3VuZCI6eyIkcmVmIjoiODkifSwiSXNWaXNpYmxlIjp0cnVlLCJXaWR0aCI6MC4wLCJIZWlnaHQiOjAuMCwiQm9yZGVyU3R5bGUiOnsiJGlkIjoiMTY5IiwiTGluZUNvbG9yIjpudWxsLCJMaW5lV2VpZ2h0IjowLjAsIkxpbmVUeXBlIjowLCJQYXJlbnRTdHlsZSI6bnVsbH0sIlBhcmVudFN0eWxlIjpudWxsfSwiRHVyYXRpb25TdHlsZSI6eyIkaWQiOiIxNzAiLCJGb250U2V0dGluZ3MiOnsiJGlkIjoiMTcxIiwiRm9udFNpemUiOjEwLCJGb250TmFtZSI6IkNhbGlicmkiLCJJc0JvbGQiOmZhbHNlLCJJc0l0YWxpYyI6ZmFsc2UsIklzVW5kZXJsaW5lZCI6ZmFsc2UsIlBhcmVudFN0eWxlIjpudWxsfSwiQXV0b1NpemUiOjAsIkZvcmVncm91bmQiOnsiJGlkIjoiMTcyIiwiQ29sb3IiOnsiJHJlZiI6IjkzIn19LCJNYXhXaWR0aCI6MjAwLjAsIk1heEhlaWdodCI6IkluZmluaXR5IiwiU21hcnRGb3JlZ3JvdW5kSXNBY3RpdmUiOmZhbHNlLCJIb3Jpem9udGFsQWxpZ25tZW50IjowLCJWZXJ0aWNhbEFsaWdubWVudCI6MCwiU21hcnRGb3JlZ3JvdW5kIjpudWxsLCJCYWNrZ3JvdW5kRmlsbFR5cGUiOjAsIk1hcmdpbiI6eyIkaWQiOiIxNzMiLCJUb3AiOjAsIkxlZnQiOjAsIlJpZ2h0IjowLCJCb3R0b20iOjB9LCJQYWRkaW5nIjp7IiRpZCI6IjE3NCIsIlRvcCI6MCwiTGVmdCI6MCwiUmlnaHQiOjAsIkJvdHRvbSI6MH0sIkJhY2tncm91bmQiOnsiJHJlZiI6Ijk2In0sIklzVmlzaWJsZSI6dHJ1ZSwiV2lkdGgiOjAuMCwiSGVpZ2h0IjowLjAsIkJvcmRlclN0eWxlIjp7IiRpZCI6IjE3NSIsIkxpbmVDb2xvciI6bnVsbCwiTGluZVdlaWdodCI6MC4wLCJMaW5lVHlwZSI6MCwiUGFyZW50U3R5bGUiOm51bGx9LCJQYXJlbnRTdHlsZSI6bnVsbH0sIkhvcml6b250YWxDb25uZWN0b3JTdHlsZSI6eyIkaWQiOiIxNzYiLCJMaW5lQ29sb3IiOnsiJGlkIjoiMTc3IiwiJHR5cGUiOiJOTFJFLkNvbW1vbi5Eb20uU29saWRDb2xvckJydXNoLCBOTFJFLkNvbW1vbiIsIkNvbG9yIjp7IiRpZCI6IjE3OCIsIkEiOjI1NSwiUiI6MjA0LCJHIjoyMDQsIkIiOjIwNH19LCJMaW5lV2VpZ2h0IjoxLjAwMDEwNSwiTGluZVR5cGUiOjAsIlBhcmVudFN0eWxlIjpudWxsfSwiVmVydGljYWxDb25uZWN0b3JTdHlsZSI6eyIkaWQiOiIxNzkiLCJMaW5lQ29sb3IiOnsiJHJlZiI6IjEwMSJ9LCJMaW5lV2VpZ2h0IjowLjAsIkxpbmVUeXBlIjowLCJQYXJlbnRTdHlsZSI6bnVsbH0sIk1hcmdpbiI6bnVsbCwiU3RhcnREYXRlUG9zaXRpb24iOjQsIkVuZERhdGVQb3NpdGlvbiI6NCwiRGF0ZUlzVmlzaWJsZSI6dHJ1ZSwiVGl0bGVQb3NpdGlvbiI6NSwiRHVyYXRpb25Qb3NpdGlvbiI6NiwiUGVyY2VudGFnZUNvbXBsZXRlZFBvc2l0aW9uIjo2LCJTcGFjaW5nIjo1LCJJc0JlbG93VGltZWJhbmQiOmZhbHNlLCJQZXJjZW50YWdlQ29tcGxldGVTaGFwZU9wYWNpdHkiOjM1LCJTaGFwZVN0eWxlIjp7IiRpZCI6IjE4MCIsIk1hcmdpbiI6eyIkaWQiOiIxODEiLCJUb3AiOjAsIkxlZnQiOjQsIlJpZ2h0Ijo0LCJCb3R0b20iOjB9LCJQYWRkaW5nIjp7IiRpZCI6IjE4MiIsIlRvcCI6MCwiTGVmdCI6MCwiUmlnaHQiOjAsIkJvdHRvbSI6MH0sIkJhY2tncm91bmQiOnsiJGlkIjoiMTgzIiwiQ29sb3IiOnsiJGlkIjoiMTg0IiwiQSI6MjU1LCJSIjo4MSwiRyI6MTQ1LCJCIjoyMDV9fSwiSXNWaXNpYmxlIjp0cnVlLCJXaWR0aCI6MC4wLCJIZWlnaHQiOjE2LjAsIkJvcmRlclN0eWxlIjp7IiRpZCI6IjE4NSIsIkxpbmVDb2xvciI6eyIkcmVmIjoiMTA5In0sIkxpbmVXZWlnaHQiOjAuMCwiTGluZVR5cGUiOjAsIlBhcmVudFN0eWxlIjpudWxsfSwiUGFyZW50U3R5bGUiOm51bGx9LCJUaXRsZVN0eWxlIjp7IiRpZCI6IjE4NiIsIkZvbnRTZXR0aW5ncyI6eyIkaWQiOiIxODciLCJGb250U2l6ZSI6MTEsIkZvbnROYW1lIjoiQ2FsaWJyaSIsIklzQm9sZCI6dHJ1ZSwiSXNJdGFsaWMiOmZhbHNlLCJJc1VuZGVybGluZWQiOmZhbHNlLCJQYXJlbnRTdHlsZSI6bnVsbH0sIkF1dG9TaXplIjowLCJGb3JlZ3JvdW5kIjp7IiRpZCI6IjE4OCIsIkNvbG9yIjp7IiRpZCI6IjE4OS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xOTAiLCJUb3AiOjAsIkxlZnQiOjAsIlJpZ2h0IjowLCJCb3R0b20iOjB9LCJQYWRkaW5nIjp7IiRpZCI6IjE5MSIsIlRvcCI6MCwiTGVmdCI6MCwiUmlnaHQiOjAsIkJvdHRvbSI6MH0sIkJhY2tncm91bmQiOnsiJHJlZiI6IjExNyJ9LCJJc1Zpc2libGUiOnRydWUsIldpZHRoIjowLjAsIkhlaWdodCI6MC4wLCJCb3JkZXJTdHlsZSI6eyIkaWQiOiIxOTIiLCJMaW5lQ29sb3IiOm51bGwsIkxpbmVXZWlnaHQiOjAuMCwiTGluZVR5cGUiOjAsIlBhcmVudFN0eWxlIjpudWxsfSwiUGFyZW50U3R5bGUiOm51bGx9LCJEYXRlU3R5bGUiOnsiJGlkIjoiMTkzIiwiRm9udFNldHRpbmdzIjp7IiRpZCI6IjE5NCIsIkZvbnRTaXplIjoxMCwiRm9udE5hbWUiOiJDYWxpYnJpIiwiSXNCb2xkIjpmYWxzZSwiSXNJdGFsaWMiOmZhbHNlLCJJc1VuZGVybGluZWQiOmZhbHNlLCJQYXJlbnRTdHlsZSI6bnVsbH0sIkF1dG9TaXplIjowLCJGb3JlZ3JvdW5kIjp7IiRpZCI6IjE5NSIsIkNvbG9yIjp7IiRpZCI6IjE5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k3IiwiVG9wIjowLCJMZWZ0IjowLCJSaWdodCI6MCwiQm90dG9tIjowfSwiUGFkZGluZyI6eyIkaWQiOiIxOTgiLCJUb3AiOjAsIkxlZnQiOjAsIlJpZ2h0IjowLCJCb3R0b20iOjB9LCJCYWNrZ3JvdW5kIjp7IiRyZWYiOiIxMjQifSwiSXNWaXNpYmxlIjp0cnVlLCJXaWR0aCI6MC4wLCJIZWlnaHQiOjAuMCwiQm9yZGVyU3R5bGUiOnsiJGlkIjoiMTk5IiwiTGluZUNvbG9yIjpudWxsLCJMaW5lV2VpZ2h0IjowLjAsIkxpbmVUeXBlIjowLCJQYXJlbnRTdHlsZSI6bnVsbH0sIlBhcmVudFN0eWxlIjpudWxsfSwiRGF0ZUZvcm1hdCI6eyIkaWQiOiIyM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JbmRleCI6MCwiU21hcnREdXJhdGlvbkFjdGl2YXRlZCI6ZmFsc2UsIkRhdGVGb3JtYXQiOnsiJHJlZiI6IjIwMCJ9LCJJZCI6Ijc4Yzc1YmQ2LTU5NjEtNGJmZC1iNWFhLTQzOTQzZmE0YTUyYiIsIkltcG9ydElkIjpudWxsLCJUaXRsZSI6IlNwcmludCAwIiwiTm90ZSI6bnVsbCwiSHlwZXJsaW5rIjp7IiRpZCI6IjIwMSIsIkFkZHJlc3MiOiIiLCJTdWJBZGRyZXNzIjoiIn0sIklzQ2hhbmdlZCI6ZmFsc2UsIklzTmV3IjpmYWxzZX0seyIkaWQiOiIyMDIiLCJHcm91cE5hbWUiOm51bGwsIlN0YXJ0RGF0ZSI6IjIwMjAtMDEtMjdUMDA6MDA6MDBaIiwiRW5kRGF0ZSI6IjIwMjAtMDItMTRUMjM6NTk6MDBaIiwiUGVyY2VudGFnZUNvbXBsZXRlIjpudWxsLCJTdHlsZSI6eyIkaWQiOiIyMDMiLCJTaGFwZSI6NywiU2hhcGVUaGlja25lc3MiOjEsIkR1cmF0aW9uRm9ybWF0IjowLCJJbmNsdWRlTm9uV29ya2luZ0RheXNJbkR1cmF0aW9uIjpmYWxzZSwiUGVyY2VudGFnZUNvbXBsZXRlU3R5bGUiOnsiJGlkIjoiMjA0IiwiRm9udFNldHRpbmdzIjp7IiRpZCI6IjIwNSIsIkZvbnRTaXplIjoxMCwiRm9udE5hbWUiOiJDYWxpYnJpIiwiSXNCb2xkIjpmYWxzZSwiSXNJdGFsaWMiOmZhbHNlLCJJc1VuZGVybGluZWQiOmZhbHNlLCJQYXJlbnRTdHlsZSI6bnVsbH0sIkF1dG9TaXplIjowLCJGb3JlZ3JvdW5kIjp7IiRyZWYiOiI4NSJ9LCJNYXhXaWR0aCI6MjAwLjAsIk1heEhlaWdodCI6IkluZmluaXR5IiwiU21hcnRGb3JlZ3JvdW5kSXNBY3RpdmUiOmZhbHNlLCJIb3Jpem9udGFsQWxpZ25tZW50IjowLCJWZXJ0aWNhbEFsaWdubWVudCI6MCwiU21hcnRGb3JlZ3JvdW5kIjpudWxsLCJCYWNrZ3JvdW5kRmlsbFR5cGUiOjAsIk1hcmdpbiI6eyIkaWQiOiIyMDYiLCJUb3AiOjAsIkxlZnQiOjAsIlJpZ2h0IjowLCJCb3R0b20iOjB9LCJQYWRkaW5nIjp7IiRpZCI6IjIwNyIsIlRvcCI6MCwiTGVmdCI6MCwiUmlnaHQiOjAsIkJvdHRvbSI6MH0sIkJhY2tncm91bmQiOnsiJHJlZiI6Ijg5In0sIklzVmlzaWJsZSI6dHJ1ZSwiV2lkdGgiOjAuMCwiSGVpZ2h0IjowLjAsIkJvcmRlclN0eWxlIjp7IiRpZCI6IjIwOCIsIkxpbmVDb2xvciI6bnVsbCwiTGluZVdlaWdodCI6MC4wLCJMaW5lVHlwZSI6MCwiUGFyZW50U3R5bGUiOm51bGx9LCJQYXJlbnRTdHlsZSI6bnVsbH0sIkR1cmF0aW9uU3R5bGUiOnsiJGlkIjoiMjA5IiwiRm9udFNldHRpbmdzIjp7IiRpZCI6IjIxMCIsIkZvbnRTaXplIjoxMCwiRm9udE5hbWUiOiJDYWxpYnJpIiwiSXNCb2xkIjpmYWxzZSwiSXNJdGFsaWMiOmZhbHNlLCJJc1VuZGVybGluZWQiOmZhbHNlLCJQYXJlbnRTdHlsZSI6bnVsbH0sIkF1dG9TaXplIjowLCJGb3JlZ3JvdW5kIjp7IiRpZCI6IjIxMSIsIkNvbG9yIjp7IiRyZWYiOiI5MyJ9fSwiTWF4V2lkdGgiOjIwMC4wLCJNYXhIZWlnaHQiOiJJbmZpbml0eSIsIlNtYXJ0Rm9yZWdyb3VuZElzQWN0aXZlIjpmYWxzZSwiSG9yaXpvbnRhbEFsaWdubWVudCI6MCwiVmVydGljYWxBbGlnbm1lbnQiOjAsIlNtYXJ0Rm9yZWdyb3VuZCI6bnVsbCwiQmFja2dyb3VuZEZpbGxUeXBlIjowLCJNYXJnaW4iOnsiJGlkIjoiMjEyIiwiVG9wIjowLCJMZWZ0IjowLCJSaWdodCI6MCwiQm90dG9tIjowfSwiUGFkZGluZyI6eyIkaWQiOiIyMTMiLCJUb3AiOjAsIkxlZnQiOjAsIlJpZ2h0IjowLCJCb3R0b20iOjB9LCJCYWNrZ3JvdW5kIjp7IiRyZWYiOiI5NiJ9LCJJc1Zpc2libGUiOnRydWUsIldpZHRoIjowLjAsIkhlaWdodCI6MC4wLCJCb3JkZXJTdHlsZSI6eyIkaWQiOiIyMTQiLCJMaW5lQ29sb3IiOm51bGwsIkxpbmVXZWlnaHQiOjAuMCwiTGluZVR5cGUiOjAsIlBhcmVudFN0eWxlIjpudWxsfSwiUGFyZW50U3R5bGUiOm51bGx9LCJIb3Jpem9udGFsQ29ubmVjdG9yU3R5bGUiOnsiJGlkIjoiMjE1IiwiTGluZUNvbG9yIjp7IiRpZCI6IjIxNiIsIiR0eXBlIjoiTkxSRS5Db21tb24uRG9tLlNvbGlkQ29sb3JCcnVzaCwgTkxSRS5Db21tb24iLCJDb2xvciI6eyIkaWQiOiIyMTciLCJBIjoyNTUsIlIiOjIwNCwiRyI6MjA0LCJCIjoyMDR9fSwiTGluZVdlaWdodCI6MS4wMDAxMDUsIkxpbmVUeXBlIjowLCJQYXJlbnRTdHlsZSI6bnVsbH0sIlZlcnRpY2FsQ29ubmVjdG9yU3R5bGUiOnsiJGlkIjoiMjE4IiwiTGluZUNvbG9yIjp7IiRyZWYiOiIxMDEifSwiTGluZVdlaWdodCI6MC4wLCJMaW5lVHlwZSI6MCwiUGFyZW50U3R5bGUiOm51bGx9LCJNYXJnaW4iOm51bGwsIlN0YXJ0RGF0ZVBvc2l0aW9uIjo0LCJFbmREYXRlUG9zaXRpb24iOjQsIkRhdGVJc1Zpc2libGUiOnRydWUsIlRpdGxlUG9zaXRpb24iOjUsIkR1cmF0aW9uUG9zaXRpb24iOjYsIlBlcmNlbnRhZ2VDb21wbGV0ZWRQb3NpdGlvbiI6NiwiU3BhY2luZyI6NSwiSXNCZWxvd1RpbWViYW5kIjpmYWxzZSwiUGVyY2VudGFnZUNvbXBsZXRlU2hhcGVPcGFjaXR5IjozNSwiU2hhcGVTdHlsZSI6eyIkaWQiOiIyMTkiLCJNYXJnaW4iOnsiJGlkIjoiMjIwIiwiVG9wIjowLCJMZWZ0Ijo0LCJSaWdodCI6NCwiQm90dG9tIjowfSwiUGFkZGluZyI6eyIkaWQiOiIyMjEiLCJUb3AiOjAsIkxlZnQiOjAsIlJpZ2h0IjowLCJCb3R0b20iOjB9LCJCYWNrZ3JvdW5kIjp7IiRpZCI6IjIyMiIsIkNvbG9yIjp7IiRpZCI6IjIyMyIsIkEiOjI1NSwiUiI6ODEsIkciOjE0NSwiQiI6MjA1fX0sIklzVmlzaWJsZSI6dHJ1ZSwiV2lkdGgiOjAuMCwiSGVpZ2h0IjoxNi4wLCJCb3JkZXJTdHlsZSI6eyIkaWQiOiIyMjQiLCJMaW5lQ29sb3IiOnsiJHJlZiI6IjEwOSJ9LCJMaW5lV2VpZ2h0IjowLjAsIkxpbmVUeXBlIjowLCJQYXJlbnRTdHlsZSI6bnVsbH0sIlBhcmVudFN0eWxlIjpudWxsfSwiVGl0bGVTdHlsZSI6eyIkaWQiOiIyMjUiLCJGb250U2V0dGluZ3MiOnsiJGlkIjoiMjI2IiwiRm9udFNpemUiOjExLCJGb250TmFtZSI6IkNhbGlicmkiLCJJc0JvbGQiOnRydWUsIklzSXRhbGljIjpmYWxzZSwiSXNVbmRlcmxpbmVkIjpmYWxzZSwiUGFyZW50U3R5bGUiOm51bGx9LCJBdXRvU2l6ZSI6MCwiRm9yZWdyb3VuZCI6eyIkaWQiOiIyMjciLCJDb2xvciI6eyIkaWQiOiIyMjgiLCJBIjoyNTUsIlIiOjAsIkciOjAsIkIiOjB9fSwiTWF4V2lkdGgiOjk2MC4wLCJNYXhIZWlnaHQiOiJJbmZpbml0eSIsIlNtYXJ0Rm9yZWdyb3VuZElzQWN0aXZlIjpmYWxzZSwiSG9yaXpvbnRhbEFsaWdubWVudCI6MCwiVmVydGljYWxBbGlnbm1lbnQiOjAsIlNtYXJ0Rm9yZWdyb3VuZCI6bnVsbCwiQmFja2dyb3VuZEZpbGxUeXBlIjowLCJNYXJnaW4iOnsiJGlkIjoiMjI5IiwiVG9wIjowLCJMZWZ0IjowLCJSaWdodCI6MCwiQm90dG9tIjowfSwiUGFkZGluZyI6eyIkaWQiOiIyMzAiLCJUb3AiOjAsIkxlZnQiOjAsIlJpZ2h0IjowLCJCb3R0b20iOjB9LCJCYWNrZ3JvdW5kIjp7IiRyZWYiOiIxMTcifSwiSXNWaXNpYmxlIjp0cnVlLCJXaWR0aCI6MC4wLCJIZWlnaHQiOjAuMCwiQm9yZGVyU3R5bGUiOnsiJGlkIjoiMjMxIiwiTGluZUNvbG9yIjpudWxsLCJMaW5lV2VpZ2h0IjowLjAsIkxpbmVUeXBlIjowLCJQYXJlbnRTdHlsZSI6bnVsbH0sIlBhcmVudFN0eWxlIjpudWxsfSwiRGF0ZVN0eWxlIjp7IiRpZCI6IjIzMiIsIkZvbnRTZXR0aW5ncyI6eyIkaWQiOiIyMzMiLCJGb250U2l6ZSI6MTAsIkZvbnROYW1lIjoiQ2FsaWJyaSIsIklzQm9sZCI6ZmFsc2UsIklzSXRhbGljIjpmYWxzZSwiSXNVbmRlcmxpbmVkIjpmYWxzZSwiUGFyZW50U3R5bGUiOm51bGx9LCJBdXRvU2l6ZSI6MCwiRm9yZWdyb3VuZCI6eyIkaWQiOiIyMzQiLCJDb2xvciI6eyIkaWQiOiIyMz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zNiIsIlRvcCI6MCwiTGVmdCI6MCwiUmlnaHQiOjAsIkJvdHRvbSI6MH0sIlBhZGRpbmciOnsiJGlkIjoiMjM3IiwiVG9wIjowLCJMZWZ0IjowLCJSaWdodCI6MCwiQm90dG9tIjowfSwiQmFja2dyb3VuZCI6eyIkcmVmIjoiMTI0In0sIklzVmlzaWJsZSI6dHJ1ZSwiV2lkdGgiOjAuMCwiSGVpZ2h0IjowLjAsIkJvcmRlclN0eWxlIjp7IiRpZCI6IjIzOCIsIkxpbmVDb2xvciI6bnVsbCwiTGluZVdlaWdodCI6MC4wLCJMaW5lVHlwZSI6MCwiUGFyZW50U3R5bGUiOm51bGx9LCJQYXJlbnRTdHlsZSI6bnVsbH0sIkRhdGVGb3JtYXQiOnsiJGlkIjoiMjM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nRydWUsIlBhcmVudFN0eWxlIjpudWxsfSwiSW5kZXgiOjEsIlNtYXJ0RHVyYXRpb25BY3RpdmF0ZWQiOmZhbHNlLCJEYXRlRm9ybWF0Ijp7IiRyZWYiOiIyMzkifSwiSWQiOiJiZDlkOTYzZC0xNDg1LTQ0MTEtOGQ4My02MTA4NGJjZGE2ZjIiLCJJbXBvcnRJZCI6bnVsbCwiVGl0bGUiOiJTcHJpbnQgMSAiLCJOb3RlIjpudWxsLCJIeXBlcmxpbmsiOnsiJGlkIjoiMjQwIiwiQWRkcmVzcyI6IiIsIlN1YkFkZHJlc3MiOiIifSwiSXNDaGFuZ2VkIjpmYWxzZSwiSXNOZXciOmZhbHNlfSx7IiRpZCI6IjI0MSIsIkdyb3VwTmFtZSI6bnVsbCwiU3RhcnREYXRlIjoiMjAyMC0wMi0xN1QwMDowMDowMFoiLCJFbmREYXRlIjoiMjAyMC0wMy0wNlQyMzo1OTowMFoiLCJQZXJjZW50YWdlQ29tcGxldGUiOm51bGwsIlN0eWxlIjp7IiRpZCI6IjI0MiIsIlNoYXBlIjo3LCJTaGFwZVRoaWNrbmVzcyI6MSwiRHVyYXRpb25Gb3JtYXQiOjAsIkluY2x1ZGVOb25Xb3JraW5nRGF5c0luRHVyYXRpb24iOmZhbHNlLCJQZXJjZW50YWdlQ29tcGxldGVTdHlsZSI6eyIkaWQiOiIyNDMiLCJGb250U2V0dGluZ3MiOnsiJGlkIjoiMjQ0IiwiRm9udFNpemUiOjEwLCJGb250TmFtZSI6IkNhbGlicmkiLCJJc0JvbGQiOmZhbHNlLCJJc0l0YWxpYyI6ZmFsc2UsIklzVW5kZXJsaW5lZCI6ZmFsc2UsIlBhcmVudFN0eWxlIjpudWxsfSwiQXV0b1NpemUiOjAsIkZvcmVncm91bmQiOnsiJHJlZiI6Ijg1In0sIk1heFdpZHRoIjoyMDAuMCwiTWF4SGVpZ2h0IjoiSW5maW5pdHkiLCJTbWFydEZvcmVncm91bmRJc0FjdGl2ZSI6ZmFsc2UsIkhvcml6b250YWxBbGlnbm1lbnQiOjAsIlZlcnRpY2FsQWxpZ25tZW50IjowLCJTbWFydEZvcmVncm91bmQiOm51bGwsIkJhY2tncm91bmRGaWxsVHlwZSI6MCwiTWFyZ2luIjp7IiRpZCI6IjI0NSIsIlRvcCI6MCwiTGVmdCI6MCwiUmlnaHQiOjAsIkJvdHRvbSI6MH0sIlBhZGRpbmciOnsiJGlkIjoiMjQ2IiwiVG9wIjowLCJMZWZ0IjowLCJSaWdodCI6MCwiQm90dG9tIjowfSwiQmFja2dyb3VuZCI6eyIkcmVmIjoiODkifSwiSXNWaXNpYmxlIjp0cnVlLCJXaWR0aCI6MC4wLCJIZWlnaHQiOjAuMCwiQm9yZGVyU3R5bGUiOnsiJGlkIjoiMjQ3IiwiTGluZUNvbG9yIjpudWxsLCJMaW5lV2VpZ2h0IjowLjAsIkxpbmVUeXBlIjowLCJQYXJlbnRTdHlsZSI6bnVsbH0sIlBhcmVudFN0eWxlIjpudWxsfSwiRHVyYXRpb25TdHlsZSI6eyIkaWQiOiIyNDgiLCJGb250U2V0dGluZ3MiOnsiJGlkIjoiMjQ5IiwiRm9udFNpemUiOjEwLCJGb250TmFtZSI6IkNhbGlicmkiLCJJc0JvbGQiOmZhbHNlLCJJc0l0YWxpYyI6ZmFsc2UsIklzVW5kZXJsaW5lZCI6ZmFsc2UsIlBhcmVudFN0eWxlIjpudWxsfSwiQXV0b1NpemUiOjAsIkZvcmVncm91bmQiOnsiJGlkIjoiMjUwIiwiQ29sb3IiOnsiJHJlZiI6IjkzIn19LCJNYXhXaWR0aCI6MjAwLjAsIk1heEhlaWdodCI6IkluZmluaXR5IiwiU21hcnRGb3JlZ3JvdW5kSXNBY3RpdmUiOmZhbHNlLCJIb3Jpem9udGFsQWxpZ25tZW50IjowLCJWZXJ0aWNhbEFsaWdubWVudCI6MCwiU21hcnRGb3JlZ3JvdW5kIjpudWxsLCJCYWNrZ3JvdW5kRmlsbFR5cGUiOjAsIk1hcmdpbiI6eyIkaWQiOiIyNTEiLCJUb3AiOjAsIkxlZnQiOjAsIlJpZ2h0IjowLCJCb3R0b20iOjB9LCJQYWRkaW5nIjp7IiRpZCI6IjI1MiIsIlRvcCI6MCwiTGVmdCI6MCwiUmlnaHQiOjAsIkJvdHRvbSI6MH0sIkJhY2tncm91bmQiOnsiJHJlZiI6Ijk2In0sIklzVmlzaWJsZSI6dHJ1ZSwiV2lkdGgiOjAuMCwiSGVpZ2h0IjowLjAsIkJvcmRlclN0eWxlIjp7IiRpZCI6IjI1MyIsIkxpbmVDb2xvciI6bnVsbCwiTGluZVdlaWdodCI6MC4wLCJMaW5lVHlwZSI6MCwiUGFyZW50U3R5bGUiOm51bGx9LCJQYXJlbnRTdHlsZSI6bnVsbH0sIkhvcml6b250YWxDb25uZWN0b3JTdHlsZSI6eyIkaWQiOiIyNTQiLCJMaW5lQ29sb3IiOnsiJGlkIjoiMjU1IiwiJHR5cGUiOiJOTFJFLkNvbW1vbi5Eb20uU29saWRDb2xvckJydXNoLCBOTFJFLkNvbW1vbiIsIkNvbG9yIjp7IiRpZCI6IjI1NiIsIkEiOjI1NSwiUiI6MjA0LCJHIjoyMDQsIkIiOjIwNH19LCJMaW5lV2VpZ2h0IjoxLjAwMDEwNSwiTGluZVR5cGUiOjAsIlBhcmVudFN0eWxlIjpudWxsfSwiVmVydGljYWxDb25uZWN0b3JTdHlsZSI6eyIkaWQiOiIyNTciLCJMaW5lQ29sb3IiOnsiJHJlZiI6IjEwMSJ9LCJMaW5lV2VpZ2h0IjowLjAsIkxpbmVUeXBlIjowLCJQYXJlbnRTdHlsZSI6bnVsbH0sIk1hcmdpbiI6bnVsbCwiU3RhcnREYXRlUG9zaXRpb24iOjQsIkVuZERhdGVQb3NpdGlvbiI6NCwiRGF0ZUlzVmlzaWJsZSI6dHJ1ZSwiVGl0bGVQb3NpdGlvbiI6NSwiRHVyYXRpb25Qb3NpdGlvbiI6NiwiUGVyY2VudGFnZUNvbXBsZXRlZFBvc2l0aW9uIjo2LCJTcGFjaW5nIjo1LCJJc0JlbG93VGltZWJhbmQiOmZhbHNlLCJQZXJjZW50YWdlQ29tcGxldGVTaGFwZU9wYWNpdHkiOjM1LCJTaGFwZVN0eWxlIjp7IiRpZCI6IjI1OCIsIk1hcmdpbiI6eyIkaWQiOiIyNTkiLCJUb3AiOjAsIkxlZnQiOjQsIlJpZ2h0Ijo0LCJCb3R0b20iOjB9LCJQYWRkaW5nIjp7IiRpZCI6IjI2MCIsIlRvcCI6MCwiTGVmdCI6MCwiUmlnaHQiOjAsIkJvdHRvbSI6MH0sIkJhY2tncm91bmQiOnsiJGlkIjoiMjYxIiwiQ29sb3IiOnsiJGlkIjoiMjYyIiwiQSI6MjU1LCJSIjo4MSwiRyI6MTQ1LCJCIjoyMDV9fSwiSXNWaXNpYmxlIjp0cnVlLCJXaWR0aCI6MC4wLCJIZWlnaHQiOjE2LjAsIkJvcmRlclN0eWxlIjp7IiRpZCI6IjI2MyIsIkxpbmVDb2xvciI6eyIkcmVmIjoiMTA5In0sIkxpbmVXZWlnaHQiOjAuMCwiTGluZVR5cGUiOjAsIlBhcmVudFN0eWxlIjpudWxsfSwiUGFyZW50U3R5bGUiOm51bGx9LCJUaXRsZVN0eWxlIjp7IiRpZCI6IjI2NCIsIkZvbnRTZXR0aW5ncyI6eyIkaWQiOiIyNjUiLCJGb250U2l6ZSI6MTEsIkZvbnROYW1lIjoiQ2FsaWJyaSIsIklzQm9sZCI6dHJ1ZSwiSXNJdGFsaWMiOmZhbHNlLCJJc1VuZGVybGluZWQiOmZhbHNlLCJQYXJlbnRTdHlsZSI6bnVsbH0sIkF1dG9TaXplIjowLCJGb3JlZ3JvdW5kIjp7IiRpZCI6IjI2NiIsIkNvbG9yIjp7IiRpZCI6IjI2Ny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yNjgiLCJUb3AiOjAsIkxlZnQiOjAsIlJpZ2h0IjowLCJCb3R0b20iOjB9LCJQYWRkaW5nIjp7IiRpZCI6IjI2OSIsIlRvcCI6MCwiTGVmdCI6MCwiUmlnaHQiOjAsIkJvdHRvbSI6MH0sIkJhY2tncm91bmQiOnsiJHJlZiI6IjExNyJ9LCJJc1Zpc2libGUiOnRydWUsIldpZHRoIjowLjAsIkhlaWdodCI6MC4wLCJCb3JkZXJTdHlsZSI6eyIkaWQiOiIyNzAiLCJMaW5lQ29sb3IiOm51bGwsIkxpbmVXZWlnaHQiOjAuMCwiTGluZVR5cGUiOjAsIlBhcmVudFN0eWxlIjpudWxsfSwiUGFyZW50U3R5bGUiOm51bGx9LCJEYXRlU3R5bGUiOnsiJGlkIjoiMjcxIiwiRm9udFNldHRpbmdzIjp7IiRpZCI6IjI3MiIsIkZvbnRTaXplIjoxMCwiRm9udE5hbWUiOiJDYWxpYnJpIiwiSXNCb2xkIjpmYWxzZSwiSXNJdGFsaWMiOmZhbHNlLCJJc1VuZGVybGluZWQiOmZhbHNlLCJQYXJlbnRTdHlsZSI6bnVsbH0sIkF1dG9TaXplIjowLCJGb3JlZ3JvdW5kIjp7IiRpZCI6IjI3MyIsIkNvbG9yIjp7IiRpZCI6IjI3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c1IiwiVG9wIjowLCJMZWZ0IjowLCJSaWdodCI6MCwiQm90dG9tIjowfSwiUGFkZGluZyI6eyIkaWQiOiIyNzYiLCJUb3AiOjAsIkxlZnQiOjAsIlJpZ2h0IjowLCJCb3R0b20iOjB9LCJCYWNrZ3JvdW5kIjp7IiRyZWYiOiIxMjQifSwiSXNWaXNpYmxlIjp0cnVlLCJXaWR0aCI6MC4wLCJIZWlnaHQiOjAuMCwiQm9yZGVyU3R5bGUiOnsiJGlkIjoiMjc3IiwiTGluZUNvbG9yIjpudWxsLCJMaW5lV2VpZ2h0IjowLjAsIkxpbmVUeXBlIjowLCJQYXJlbnRTdHlsZSI6bnVsbH0sIlBhcmVudFN0eWxlIjpudWxsfSwiRGF0ZUZvcm1hdCI6eyIkaWQiOiIyNzg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JbmRleCI6MiwiU21hcnREdXJhdGlvbkFjdGl2YXRlZCI6ZmFsc2UsIkRhdGVGb3JtYXQiOnsiJHJlZiI6IjI3OCJ9LCJJZCI6ImM4ZTcyNWUwLWFiOTQtNGJhZi05YzQzLWY3NTc3NjNhMTIzYSIsIkltcG9ydElkIjpudWxsLCJUaXRsZSI6IlNwcmludCAyIiwiTm90ZSI6bnVsbCwiSHlwZXJsaW5rIjp7IiRpZCI6IjI3OSIsIkFkZHJlc3MiOiIiLCJTdWJBZGRyZXNzIjoiIn0sIklzQ2hhbmdlZCI6ZmFsc2UsIklzTmV3IjpmYWxzZX0seyIkaWQiOiIyODAiLCJHcm91cE5hbWUiOm51bGwsIlN0YXJ0RGF0ZSI6IjIwMjAtMDMtMDlUMDA6MDA6MDBaIiwiRW5kRGF0ZSI6IjIwMjAtMDMtMTNUMjM6NTk6MDBaIiwiUGVyY2VudGFnZUNvbXBsZXRlIjpudWxsLCJTdHlsZSI6eyIkaWQiOiIyODEiLCJTaGFwZSI6NywiU2hhcGVUaGlja25lc3MiOjEsIkR1cmF0aW9uRm9ybWF0IjowLCJJbmNsdWRlTm9uV29ya2luZ0RheXNJbkR1cmF0aW9uIjpmYWxzZSwiUGVyY2VudGFnZUNvbXBsZXRlU3R5bGUiOnsiJGlkIjoiMjgyIiwiRm9udFNldHRpbmdzIjp7IiRpZCI6IjI4MyIsIkZvbnRTaXplIjoxMCwiRm9udE5hbWUiOiJDYWxpYnJpIiwiSXNCb2xkIjpmYWxzZSwiSXNJdGFsaWMiOmZhbHNlLCJJc1VuZGVybGluZWQiOmZhbHNlLCJQYXJlbnRTdHlsZSI6bnVsbH0sIkF1dG9TaXplIjowLCJGb3JlZ3JvdW5kIjp7IiRyZWYiOiI4NSJ9LCJNYXhXaWR0aCI6MjAwLjAsIk1heEhlaWdodCI6IkluZmluaXR5IiwiU21hcnRGb3JlZ3JvdW5kSXNBY3RpdmUiOmZhbHNlLCJIb3Jpem9udGFsQWxpZ25tZW50IjowLCJWZXJ0aWNhbEFsaWdubWVudCI6MCwiU21hcnRGb3JlZ3JvdW5kIjpudWxsLCJCYWNrZ3JvdW5kRmlsbFR5cGUiOjAsIk1hcmdpbiI6eyIkaWQiOiIyODQiLCJUb3AiOjAsIkxlZnQiOjAsIlJpZ2h0IjowLCJCb3R0b20iOjB9LCJQYWRkaW5nIjp7IiRpZCI6IjI4NSIsIlRvcCI6MCwiTGVmdCI6MCwiUmlnaHQiOjAsIkJvdHRvbSI6MH0sIkJhY2tncm91bmQiOnsiJHJlZiI6Ijg5In0sIklzVmlzaWJsZSI6dHJ1ZSwiV2lkdGgiOjAuMCwiSGVpZ2h0IjowLjAsIkJvcmRlclN0eWxlIjp7IiRpZCI6IjI4NiIsIkxpbmVDb2xvciI6bnVsbCwiTGluZVdlaWdodCI6MC4wLCJMaW5lVHlwZSI6MCwiUGFyZW50U3R5bGUiOm51bGx9LCJQYXJlbnRTdHlsZSI6bnVsbH0sIkR1cmF0aW9uU3R5bGUiOnsiJGlkIjoiMjg3IiwiRm9udFNldHRpbmdzIjp7IiRpZCI6IjI4OCIsIkZvbnRTaXplIjoxMCwiRm9udE5hbWUiOiJDYWxpYnJpIiwiSXNCb2xkIjpmYWxzZSwiSXNJdGFsaWMiOmZhbHNlLCJJc1VuZGVybGluZWQiOmZhbHNlLCJQYXJlbnRTdHlsZSI6bnVsbH0sIkF1dG9TaXplIjowLCJGb3JlZ3JvdW5kIjp7IiRpZCI6IjI4OSIsIkNvbG9yIjp7IiRyZWYiOiI5MyJ9fSwiTWF4V2lkdGgiOjIwMC4wLCJNYXhIZWlnaHQiOiJJbmZpbml0eSIsIlNtYXJ0Rm9yZWdyb3VuZElzQWN0aXZlIjpmYWxzZSwiSG9yaXpvbnRhbEFsaWdubWVudCI6MCwiVmVydGljYWxBbGlnbm1lbnQiOjAsIlNtYXJ0Rm9yZWdyb3VuZCI6bnVsbCwiQmFja2dyb3VuZEZpbGxUeXBlIjowLCJNYXJnaW4iOnsiJGlkIjoiMjkwIiwiVG9wIjowLCJMZWZ0IjowLCJSaWdodCI6MCwiQm90dG9tIjowfSwiUGFkZGluZyI6eyIkaWQiOiIyOTEiLCJUb3AiOjAsIkxlZnQiOjAsIlJpZ2h0IjowLCJCb3R0b20iOjB9LCJCYWNrZ3JvdW5kIjp7IiRyZWYiOiI5NiJ9LCJJc1Zpc2libGUiOnRydWUsIldpZHRoIjowLjAsIkhlaWdodCI6MC4wLCJCb3JkZXJTdHlsZSI6eyIkaWQiOiIyOTIiLCJMaW5lQ29sb3IiOm51bGwsIkxpbmVXZWlnaHQiOjAuMCwiTGluZVR5cGUiOjAsIlBhcmVudFN0eWxlIjpudWxsfSwiUGFyZW50U3R5bGUiOm51bGx9LCJIb3Jpem9udGFsQ29ubmVjdG9yU3R5bGUiOnsiJGlkIjoiMjkzIiwiTGluZUNvbG9yIjp7IiRpZCI6IjI5NCIsIiR0eXBlIjoiTkxSRS5Db21tb24uRG9tLlNvbGlkQ29sb3JCcnVzaCwgTkxSRS5Db21tb24iLCJDb2xvciI6eyIkaWQiOiIyOTUiLCJBIjoyNTUsIlIiOjIwNCwiRyI6MjA0LCJCIjoyMDR9fSwiTGluZVdlaWdodCI6MS4wMDAxMDUsIkxpbmVUeXBlIjowLCJQYXJlbnRTdHlsZSI6bnVsbH0sIlZlcnRpY2FsQ29ubmVjdG9yU3R5bGUiOnsiJGlkIjoiMjk2IiwiTGluZUNvbG9yIjp7IiRyZWYiOiIxMDEifSwiTGluZVdlaWdodCI6MC4wLCJMaW5lVHlwZSI6MCwiUGFyZW50U3R5bGUiOm51bGx9LCJNYXJnaW4iOm51bGwsIlN0YXJ0RGF0ZVBvc2l0aW9uIjo0LCJFbmREYXRlUG9zaXRpb24iOjQsIkRhdGVJc1Zpc2libGUiOnRydWUsIlRpdGxlUG9zaXRpb24iOjUsIkR1cmF0aW9uUG9zaXRpb24iOjYsIlBlcmNlbnRhZ2VDb21wbGV0ZWRQb3NpdGlvbiI6NiwiU3BhY2luZyI6NSwiSXNCZWxvd1RpbWViYW5kIjpmYWxzZSwiUGVyY2VudGFnZUNvbXBsZXRlU2hhcGVPcGFjaXR5IjozNSwiU2hhcGVTdHlsZSI6eyIkaWQiOiIyOTciLCJNYXJnaW4iOnsiJGlkIjoiMjk4IiwiVG9wIjowLCJMZWZ0Ijo0LCJSaWdodCI6NCwiQm90dG9tIjowfSwiUGFkZGluZyI6eyIkaWQiOiIyOTkiLCJUb3AiOjAsIkxlZnQiOjAsIlJpZ2h0IjowLCJCb3R0b20iOjB9LCJCYWNrZ3JvdW5kIjp7IiRpZCI6IjMwMCIsIkNvbG9yIjp7IiRpZCI6IjMwMSIsIkEiOjI1NSwiUiI6ODEsIkciOjE0NSwiQiI6MjA1fX0sIklzVmlzaWJsZSI6dHJ1ZSwiV2lkdGgiOjAuMCwiSGVpZ2h0IjoxNi4wLCJCb3JkZXJTdHlsZSI6eyIkaWQiOiIzMDIiLCJMaW5lQ29sb3IiOnsiJHJlZiI6IjEwOSJ9LCJMaW5lV2VpZ2h0IjowLjAsIkxpbmVUeXBlIjowLCJQYXJlbnRTdHlsZSI6bnVsbH0sIlBhcmVudFN0eWxlIjpudWxsfSwiVGl0bGVTdHlsZSI6eyIkaWQiOiIzMDMiLCJGb250U2V0dGluZ3MiOnsiJGlkIjoiMzA0IiwiRm9udFNpemUiOjExLCJGb250TmFtZSI6IkNhbGlicmkiLCJJc0JvbGQiOnRydWUsIklzSXRhbGljIjpmYWxzZSwiSXNVbmRlcmxpbmVkIjpmYWxzZSwiUGFyZW50U3R5bGUiOm51bGx9LCJBdXRvU2l6ZSI6MCwiRm9yZWdyb3VuZCI6eyIkaWQiOiIzMDUiLCJDb2xvciI6eyIkaWQiOiIzMDYiLCJBIjoyNTUsIlIiOjAsIkciOjAsIkIiOjB9fSwiTWF4V2lkdGgiOjcyMC4wLCJNYXhIZWlnaHQiOiJJbmZpbml0eSIsIlNtYXJ0Rm9yZWdyb3VuZElzQWN0aXZlIjpmYWxzZSwiSG9yaXpvbnRhbEFsaWdubWVudCI6MCwiVmVydGljYWxBbGlnbm1lbnQiOjAsIlNtYXJ0Rm9yZWdyb3VuZCI6bnVsbCwiQmFja2dyb3VuZEZpbGxUeXBlIjowLCJNYXJnaW4iOnsiJGlkIjoiMzA3IiwiVG9wIjowLCJMZWZ0IjowLCJSaWdodCI6MCwiQm90dG9tIjowfSwiUGFkZGluZyI6eyIkaWQiOiIzMDgiLCJUb3AiOjAsIkxlZnQiOjAsIlJpZ2h0IjowLCJCb3R0b20iOjB9LCJCYWNrZ3JvdW5kIjp7IiRyZWYiOiIxMTcifSwiSXNWaXNpYmxlIjp0cnVlLCJXaWR0aCI6MC4wLCJIZWlnaHQiOjAuMCwiQm9yZGVyU3R5bGUiOnsiJGlkIjoiMzA5IiwiTGluZUNvbG9yIjpudWxsLCJMaW5lV2VpZ2h0IjowLjAsIkxpbmVUeXBlIjowLCJQYXJlbnRTdHlsZSI6bnVsbH0sIlBhcmVudFN0eWxlIjpudWxsfSwiRGF0ZVN0eWxlIjp7IiRpZCI6IjMxMCIsIkZvbnRTZXR0aW5ncyI6eyIkaWQiOiIzMTEiLCJGb250U2l6ZSI6MTAsIkZvbnROYW1lIjoiQ2FsaWJyaSIsIklzQm9sZCI6ZmFsc2UsIklzSXRhbGljIjpmYWxzZSwiSXNVbmRlcmxpbmVkIjpmYWxzZSwiUGFyZW50U3R5bGUiOm51bGx9LCJBdXRvU2l6ZSI6MCwiRm9yZWdyb3VuZCI6eyIkaWQiOiIzMTIiLCJDb2xvciI6eyIkaWQiOiIzMTM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MxNCIsIlRvcCI6MCwiTGVmdCI6MCwiUmlnaHQiOjAsIkJvdHRvbSI6MH0sIlBhZGRpbmciOnsiJGlkIjoiMzE1IiwiVG9wIjowLCJMZWZ0IjowLCJSaWdodCI6MCwiQm90dG9tIjowfSwiQmFja2dyb3VuZCI6eyIkcmVmIjoiMTI0In0sIklzVmlzaWJsZSI6dHJ1ZSwiV2lkdGgiOjAuMCwiSGVpZ2h0IjowLjAsIkJvcmRlclN0eWxlIjp7IiRpZCI6IjMxNiIsIkxpbmVDb2xvciI6bnVsbCwiTGluZVdlaWdodCI6MC4wLCJMaW5lVHlwZSI6MCwiUGFyZW50U3R5bGUiOm51bGx9LCJQYXJlbnRTdHlsZSI6bnVsbH0sIkRhdGVGb3JtYXQiOnsiJGlkIjoiMzE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nRydWUsIlBhcmVudFN0eWxlIjpudWxsfSwiSW5kZXgiOjMsIlNtYXJ0RHVyYXRpb25BY3RpdmF0ZWQiOmZhbHNlLCJEYXRlRm9ybWF0Ijp7IiRyZWYiOiIzMTcifSwiSWQiOiIzNDg0OTMxZi0yMDBhLTQxNzAtOWVkMC0yNjkyNzdhYzhjN2IiLCJJbXBvcnRJZCI6bnVsbCwiVGl0bGUiOiJTcHJpbnQgMyIsIk5vdGUiOm51bGwsIkh5cGVybGluayI6eyIkaWQiOiIzMTgiLCJBZGRyZXNzIjoiIiwiU3ViQWRkcmVzcyI6IiJ9LCJJc0NoYW5nZWQiOmZhbHNlLCJJc05ldyI6ZmFsc2V9XSwiU3dpbWxhbmVzIjpbXSwiTXNQcm9qZWN0SXRlbXNUcmVlIjp7IiRpZCI6IjMxOSIsIlJvb3QiOnsiSW1wb3J0SWQiOm51bGwsIklzSW1wb3J0ZWQiOmZhbHNlLCJDaGlsZHJlbiI6W119fSwiTWV0YWRhdGEiOnsiJGlkIjoiMzIwIiwiUmVjZW50Q29sb3JzQ29sbGVjdGlvbiI6IltdIn0sIlNldHRpbmdzIjp7IiRpZCI6IjMyMSIsIkltcGFPcHRpb25zIjp7IiRpZCI6IjMyMi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MyMyIsIlVzZVRpbWUiOmZhbHNlLCJXb3JrRGF5U3RhcnQiOiIwMDowMDowMCIsIldvcmtEYXlFbmQiOiIyMzo1OTowMCJ9LCJMYXN0VXNlZFRlbXBsYXRlSWQiOiI0YjY5ZmIzZS1mYTE5LTQwZTYtYmM4Yy0yNWEwZjkxYTMyOTIifQ=="/>
  <p:tag name="__MASTER" val="__part_0"/>
</p:tagLst>
</file>

<file path=ppt/tags/tag2.xml><?xml version="1.0" encoding="utf-8"?>
<p:tagLst xmlns:a="http://schemas.openxmlformats.org/drawingml/2006/main" xmlns:r="http://schemas.openxmlformats.org/officeDocument/2006/relationships" xmlns:p="http://schemas.openxmlformats.org/presentationml/2006/main">
  <p:tag name="OTLMARKERSHAPE" val="OTL"/>
</p:tagLst>
</file>

<file path=ppt/tags/tag3.xml><?xml version="1.0" encoding="utf-8"?>
<p:tagLst xmlns:a="http://schemas.openxmlformats.org/drawingml/2006/main" xmlns:r="http://schemas.openxmlformats.org/officeDocument/2006/relationships" xmlns:p="http://schemas.openxmlformats.org/presentationml/2006/main">
  <p:tag name="OTLMARKERSHAPE" val="OTL"/>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MARKERSHAPE" val="OTL"/>
</p:tagLst>
</file>

<file path=ppt/tags/tag69.xml><?xml version="1.0" encoding="utf-8"?>
<p:tagLst xmlns:a="http://schemas.openxmlformats.org/drawingml/2006/main" xmlns:r="http://schemas.openxmlformats.org/officeDocument/2006/relationships" xmlns:p="http://schemas.openxmlformats.org/presentationml/2006/main">
  <p:tag name="OTLMARKERSHAPE" val="OTL"/>
</p:tagLst>
</file>

<file path=ppt/tags/tag70.xml><?xml version="1.0" encoding="utf-8"?>
<p:tagLst xmlns:a="http://schemas.openxmlformats.org/drawingml/2006/main" xmlns:r="http://schemas.openxmlformats.org/officeDocument/2006/relationships" xmlns:p="http://schemas.openxmlformats.org/presentationml/2006/main">
  <p:tag name="OTLMARKERSHAPE" val="OTL"/>
</p:tagLst>
</file>

<file path=ppt/tags/tag71.xml><?xml version="1.0" encoding="utf-8"?>
<p:tagLst xmlns:a="http://schemas.openxmlformats.org/drawingml/2006/main" xmlns:r="http://schemas.openxmlformats.org/officeDocument/2006/relationships" xmlns:p="http://schemas.openxmlformats.org/presentationml/2006/main">
  <p:tag name="OTLMARKERSHAPE" val="OTL"/>
</p:tagLst>
</file>

<file path=ppt/tags/tag72.xml><?xml version="1.0" encoding="utf-8"?>
<p:tagLst xmlns:a="http://schemas.openxmlformats.org/drawingml/2006/main" xmlns:r="http://schemas.openxmlformats.org/officeDocument/2006/relationships" xmlns:p="http://schemas.openxmlformats.org/presentationml/2006/main">
  <p:tag name="OTLMARKERSHAPE" val="OTL"/>
</p:tagLst>
</file>

<file path=ppt/tags/tag73.xml><?xml version="1.0" encoding="utf-8"?>
<p:tagLst xmlns:a="http://schemas.openxmlformats.org/drawingml/2006/main" xmlns:r="http://schemas.openxmlformats.org/officeDocument/2006/relationships" xmlns:p="http://schemas.openxmlformats.org/presentationml/2006/main">
  <p:tag name="OTLMARKERSHAPE" val="OTL"/>
</p:tagLst>
</file>

<file path=ppt/tags/tag74.xml><?xml version="1.0" encoding="utf-8"?>
<p:tagLst xmlns:a="http://schemas.openxmlformats.org/drawingml/2006/main" xmlns:r="http://schemas.openxmlformats.org/officeDocument/2006/relationships" xmlns:p="http://schemas.openxmlformats.org/presentationml/2006/main">
  <p:tag name="OTLMARKERSHAPE" val="OTL"/>
</p:tagLst>
</file>

<file path=ppt/tags/tag75.xml><?xml version="1.0" encoding="utf-8"?>
<p:tagLst xmlns:a="http://schemas.openxmlformats.org/drawingml/2006/main" xmlns:r="http://schemas.openxmlformats.org/officeDocument/2006/relationships" xmlns:p="http://schemas.openxmlformats.org/presentationml/2006/main">
  <p:tag name="OTLMARKERSHAPE" val="OTL"/>
</p:tagLst>
</file>

<file path=ppt/tags/tag76.xml><?xml version="1.0" encoding="utf-8"?>
<p:tagLst xmlns:a="http://schemas.openxmlformats.org/drawingml/2006/main" xmlns:r="http://schemas.openxmlformats.org/officeDocument/2006/relationships" xmlns:p="http://schemas.openxmlformats.org/presentationml/2006/main">
  <p:tag name="OTLMARKERSHAPE" val="OTL"/>
</p:tagLst>
</file>

<file path=ppt/tags/tag77.xml><?xml version="1.0" encoding="utf-8"?>
<p:tagLst xmlns:a="http://schemas.openxmlformats.org/drawingml/2006/main" xmlns:r="http://schemas.openxmlformats.org/officeDocument/2006/relationships" xmlns:p="http://schemas.openxmlformats.org/presentationml/2006/main">
  <p:tag name="OTLMARKERSHAPE" val="OTL"/>
</p:tagLst>
</file>

<file path=ppt/tags/tag78.xml><?xml version="1.0" encoding="utf-8"?>
<p:tagLst xmlns:a="http://schemas.openxmlformats.org/drawingml/2006/main" xmlns:r="http://schemas.openxmlformats.org/officeDocument/2006/relationships" xmlns:p="http://schemas.openxmlformats.org/presentationml/2006/main">
  <p:tag name="OTLMARKERSHAPE" val="OTL"/>
</p:tagLst>
</file>

<file path=ppt/tags/tag79.xml><?xml version="1.0" encoding="utf-8"?>
<p:tagLst xmlns:a="http://schemas.openxmlformats.org/drawingml/2006/main" xmlns:r="http://schemas.openxmlformats.org/officeDocument/2006/relationships" xmlns:p="http://schemas.openxmlformats.org/presentationml/2006/main">
  <p:tag name="OTLMARKERSHAPE" val="OTL"/>
</p:tagLst>
</file>

<file path=ppt/tags/tag80.xml><?xml version="1.0" encoding="utf-8"?>
<p:tagLst xmlns:a="http://schemas.openxmlformats.org/drawingml/2006/main" xmlns:r="http://schemas.openxmlformats.org/officeDocument/2006/relationships" xmlns:p="http://schemas.openxmlformats.org/presentationml/2006/main">
  <p:tag name="OTLMARKERSHAPE" val="OTL"/>
</p:tagLst>
</file>

<file path=ppt/tags/tag81.xml><?xml version="1.0" encoding="utf-8"?>
<p:tagLst xmlns:a="http://schemas.openxmlformats.org/drawingml/2006/main" xmlns:r="http://schemas.openxmlformats.org/officeDocument/2006/relationships" xmlns:p="http://schemas.openxmlformats.org/presentationml/2006/main">
  <p:tag name="OTLMARKERSHAPE" val="OTL"/>
</p:tagLst>
</file>

<file path=ppt/tags/tag82.xml><?xml version="1.0" encoding="utf-8"?>
<p:tagLst xmlns:a="http://schemas.openxmlformats.org/drawingml/2006/main" xmlns:r="http://schemas.openxmlformats.org/officeDocument/2006/relationships" xmlns:p="http://schemas.openxmlformats.org/presentationml/2006/main">
  <p:tag name="OTLMARKERSHAPE" val="OTL"/>
</p:tagLst>
</file>

<file path=ppt/tags/tag83.xml><?xml version="1.0" encoding="utf-8"?>
<p:tagLst xmlns:a="http://schemas.openxmlformats.org/drawingml/2006/main" xmlns:r="http://schemas.openxmlformats.org/officeDocument/2006/relationships" xmlns:p="http://schemas.openxmlformats.org/presentationml/2006/main">
  <p:tag name="OTLMARKERSHAPE" val="OTL"/>
</p:tagLst>
</file>

<file path=ppt/tags/tag84.xml><?xml version="1.0" encoding="utf-8"?>
<p:tagLst xmlns:a="http://schemas.openxmlformats.org/drawingml/2006/main" xmlns:r="http://schemas.openxmlformats.org/officeDocument/2006/relationships" xmlns:p="http://schemas.openxmlformats.org/presentationml/2006/main">
  <p:tag name="OTLMARKERSHAPE" val="OTL"/>
</p:tagLst>
</file>

<file path=ppt/tags/tag85.xml><?xml version="1.0" encoding="utf-8"?>
<p:tagLst xmlns:a="http://schemas.openxmlformats.org/drawingml/2006/main" xmlns:r="http://schemas.openxmlformats.org/officeDocument/2006/relationships" xmlns:p="http://schemas.openxmlformats.org/presentationml/2006/main">
  <p:tag name="OTLMARKERSHAPE" val="OTL"/>
</p:tagLst>
</file>

<file path=ppt/tags/tag86.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SDM PPT Template">
  <a:themeElements>
    <a:clrScheme name="MS Services - Light Template">
      <a:dk1>
        <a:srgbClr val="292929"/>
      </a:dk1>
      <a:lt1>
        <a:srgbClr val="FFFFFF"/>
      </a:lt1>
      <a:dk2>
        <a:srgbClr val="0070C0"/>
      </a:dk2>
      <a:lt2>
        <a:srgbClr val="DDDDDD"/>
      </a:lt2>
      <a:accent1>
        <a:srgbClr val="5191CD"/>
      </a:accent1>
      <a:accent2>
        <a:srgbClr val="595959"/>
      </a:accent2>
      <a:accent3>
        <a:srgbClr val="A4D7F4"/>
      </a:accent3>
      <a:accent4>
        <a:srgbClr val="7AA23A"/>
      </a:accent4>
      <a:accent5>
        <a:srgbClr val="FFC211"/>
      </a:accent5>
      <a:accent6>
        <a:srgbClr val="C94409"/>
      </a:accent6>
      <a:hlink>
        <a:srgbClr val="2B93E1"/>
      </a:hlink>
      <a:folHlink>
        <a:srgbClr val="2B93E1"/>
      </a:folHlink>
    </a:clrScheme>
    <a:fontScheme name="Custom 1">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noFill/>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a:defRPr sz="3200" dirty="0" err="1" smtClean="0">
            <a:gradFill>
              <a:gsLst>
                <a:gs pos="0">
                  <a:schemeClr val="tx1"/>
                </a:gs>
                <a:gs pos="86000">
                  <a:schemeClr val="tx1"/>
                </a:gs>
              </a:gsLst>
              <a:lin ang="5400000" scaled="0"/>
            </a:gradFill>
          </a:defRPr>
        </a:defPPr>
      </a:lstStyle>
    </a:txDef>
  </a:objectDefaults>
  <a:extraClrSchemeLst/>
</a:theme>
</file>

<file path=ppt/theme/theme2.xml><?xml version="1.0" encoding="utf-8"?>
<a:theme xmlns:a="http://schemas.openxmlformats.org/drawingml/2006/main" name="1-50006_City Lights - Purple">
  <a:themeElements>
    <a:clrScheme name="City Lights">
      <a:dk1>
        <a:srgbClr val="FFFFFF"/>
      </a:dk1>
      <a:lt1>
        <a:srgbClr val="505050"/>
      </a:lt1>
      <a:dk2>
        <a:srgbClr val="EAEAEA"/>
      </a:dk2>
      <a:lt2>
        <a:srgbClr val="32145A"/>
      </a:lt2>
      <a:accent1>
        <a:srgbClr val="5C2D91"/>
      </a:accent1>
      <a:accent2>
        <a:srgbClr val="008272"/>
      </a:accent2>
      <a:accent3>
        <a:srgbClr val="D83B01"/>
      </a:accent3>
      <a:accent4>
        <a:srgbClr val="0078D7"/>
      </a:accent4>
      <a:accent5>
        <a:srgbClr val="00188F"/>
      </a:accent5>
      <a:accent6>
        <a:srgbClr val="FFB900"/>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City Lights PPT Template_v09.potx" id="{2C2E5424-E1D2-450A-9B91-36A1FA6FEDB6}" vid="{01F075DE-385E-4256-93FA-A0C101CA14B1}"/>
    </a:ext>
  </a:extLst>
</a:theme>
</file>

<file path=ppt/theme/theme3.xml><?xml version="1.0" encoding="utf-8"?>
<a:theme xmlns:a="http://schemas.openxmlformats.org/drawingml/2006/main" name="SDM PPT Template">
  <a:themeElements>
    <a:clrScheme name="MS Services - Light Template">
      <a:dk1>
        <a:srgbClr val="292929"/>
      </a:dk1>
      <a:lt1>
        <a:srgbClr val="FFFFFF"/>
      </a:lt1>
      <a:dk2>
        <a:srgbClr val="0070C0"/>
      </a:dk2>
      <a:lt2>
        <a:srgbClr val="DDDDDD"/>
      </a:lt2>
      <a:accent1>
        <a:srgbClr val="5191CD"/>
      </a:accent1>
      <a:accent2>
        <a:srgbClr val="595959"/>
      </a:accent2>
      <a:accent3>
        <a:srgbClr val="A4D7F4"/>
      </a:accent3>
      <a:accent4>
        <a:srgbClr val="7AA23A"/>
      </a:accent4>
      <a:accent5>
        <a:srgbClr val="FFC211"/>
      </a:accent5>
      <a:accent6>
        <a:srgbClr val="C94409"/>
      </a:accent6>
      <a:hlink>
        <a:srgbClr val="2B93E1"/>
      </a:hlink>
      <a:folHlink>
        <a:srgbClr val="2B93E1"/>
      </a:folHlink>
    </a:clrScheme>
    <a:fontScheme name="Custom 1">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noFill/>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a:defRPr sz="3200" dirty="0" err="1" smtClean="0">
            <a:gradFill>
              <a:gsLst>
                <a:gs pos="0">
                  <a:schemeClr val="tx1"/>
                </a:gs>
                <a:gs pos="86000">
                  <a:schemeClr val="tx1"/>
                </a:gs>
              </a:gsLst>
              <a:lin ang="5400000" scaled="0"/>
            </a:gradFill>
          </a:defRPr>
        </a:defPPr>
      </a:lstStyle>
    </a:txDef>
  </a:objectDefaults>
  <a:extraClrSchemeLst/>
</a:theme>
</file>

<file path=ppt/theme/theme4.xml><?xml version="1.0" encoding="utf-8"?>
<a:theme xmlns:a="http://schemas.openxmlformats.org/drawingml/2006/main" name="SDM PPT Template">
  <a:themeElements>
    <a:clrScheme name="MS Services - Light Template">
      <a:dk1>
        <a:srgbClr val="292929"/>
      </a:dk1>
      <a:lt1>
        <a:srgbClr val="FFFFFF"/>
      </a:lt1>
      <a:dk2>
        <a:srgbClr val="0070C0"/>
      </a:dk2>
      <a:lt2>
        <a:srgbClr val="DDDDDD"/>
      </a:lt2>
      <a:accent1>
        <a:srgbClr val="5191CD"/>
      </a:accent1>
      <a:accent2>
        <a:srgbClr val="595959"/>
      </a:accent2>
      <a:accent3>
        <a:srgbClr val="A4D7F4"/>
      </a:accent3>
      <a:accent4>
        <a:srgbClr val="7AA23A"/>
      </a:accent4>
      <a:accent5>
        <a:srgbClr val="FFC211"/>
      </a:accent5>
      <a:accent6>
        <a:srgbClr val="C94409"/>
      </a:accent6>
      <a:hlink>
        <a:srgbClr val="2B93E1"/>
      </a:hlink>
      <a:folHlink>
        <a:srgbClr val="2B93E1"/>
      </a:folHlink>
    </a:clrScheme>
    <a:fontScheme name="Custom 1">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noFill/>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a:defRPr sz="3200" dirty="0" err="1" smtClean="0">
            <a:gradFill>
              <a:gsLst>
                <a:gs pos="0">
                  <a:schemeClr val="tx1"/>
                </a:gs>
                <a:gs pos="86000">
                  <a:schemeClr val="tx1"/>
                </a:gs>
              </a:gsLst>
              <a:lin ang="5400000" scaled="0"/>
            </a:gradFill>
          </a:defRPr>
        </a:defPPr>
      </a:lstStyle>
    </a:txDef>
  </a:objectDefaults>
  <a:extraClrSchemeLst/>
</a:theme>
</file>

<file path=ppt/theme/theme5.xml><?xml version="1.0" encoding="utf-8"?>
<a:theme xmlns:a="http://schemas.openxmlformats.org/drawingml/2006/main" name="1-50006_City Lights - Purple">
  <a:themeElements>
    <a:clrScheme name="City Lights">
      <a:dk1>
        <a:srgbClr val="FFFFFF"/>
      </a:dk1>
      <a:lt1>
        <a:srgbClr val="505050"/>
      </a:lt1>
      <a:dk2>
        <a:srgbClr val="EAEAEA"/>
      </a:dk2>
      <a:lt2>
        <a:srgbClr val="32145A"/>
      </a:lt2>
      <a:accent1>
        <a:srgbClr val="5C2D91"/>
      </a:accent1>
      <a:accent2>
        <a:srgbClr val="008272"/>
      </a:accent2>
      <a:accent3>
        <a:srgbClr val="D83B01"/>
      </a:accent3>
      <a:accent4>
        <a:srgbClr val="0078D7"/>
      </a:accent4>
      <a:accent5>
        <a:srgbClr val="00188F"/>
      </a:accent5>
      <a:accent6>
        <a:srgbClr val="FFB900"/>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City Lights PPT Template_v09.potx" id="{2C2E5424-E1D2-450A-9B91-36A1FA6FEDB6}" vid="{01F075DE-385E-4256-93FA-A0C101CA14B1}"/>
    </a:ext>
  </a:extLst>
</a:theme>
</file>

<file path=ppt/theme/theme6.xml><?xml version="1.0" encoding="utf-8"?>
<a:theme xmlns:a="http://schemas.openxmlformats.org/drawingml/2006/main" name="1_SDM PPT Template">
  <a:themeElements>
    <a:clrScheme name="MS Services - Light Template">
      <a:dk1>
        <a:srgbClr val="292929"/>
      </a:dk1>
      <a:lt1>
        <a:srgbClr val="FFFFFF"/>
      </a:lt1>
      <a:dk2>
        <a:srgbClr val="0070C0"/>
      </a:dk2>
      <a:lt2>
        <a:srgbClr val="DDDDDD"/>
      </a:lt2>
      <a:accent1>
        <a:srgbClr val="5191CD"/>
      </a:accent1>
      <a:accent2>
        <a:srgbClr val="595959"/>
      </a:accent2>
      <a:accent3>
        <a:srgbClr val="A4D7F4"/>
      </a:accent3>
      <a:accent4>
        <a:srgbClr val="7AA23A"/>
      </a:accent4>
      <a:accent5>
        <a:srgbClr val="FFC211"/>
      </a:accent5>
      <a:accent6>
        <a:srgbClr val="C94409"/>
      </a:accent6>
      <a:hlink>
        <a:srgbClr val="2B93E1"/>
      </a:hlink>
      <a:folHlink>
        <a:srgbClr val="2B93E1"/>
      </a:folHlink>
    </a:clrScheme>
    <a:fontScheme name="Custom 1">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noFill/>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a:defRPr sz="3200" dirty="0" err="1" smtClean="0">
            <a:gradFill>
              <a:gsLst>
                <a:gs pos="0">
                  <a:schemeClr val="tx1"/>
                </a:gs>
                <a:gs pos="86000">
                  <a:schemeClr val="tx1"/>
                </a:gs>
              </a:gsLst>
              <a:lin ang="5400000" scaled="0"/>
            </a:gradFill>
          </a:defRPr>
        </a:defPPr>
      </a:lstStyle>
    </a:txDef>
  </a:objectDefaults>
  <a:extraClrSchemeLst/>
</a:theme>
</file>

<file path=ppt/theme/theme7.xml><?xml version="1.0" encoding="utf-8"?>
<a:theme xmlns:a="http://schemas.openxmlformats.org/drawingml/2006/main" name="SDM PPT Template">
  <a:themeElements>
    <a:clrScheme name="MS Services - Light Template">
      <a:dk1>
        <a:srgbClr val="292929"/>
      </a:dk1>
      <a:lt1>
        <a:srgbClr val="FFFFFF"/>
      </a:lt1>
      <a:dk2>
        <a:srgbClr val="0070C0"/>
      </a:dk2>
      <a:lt2>
        <a:srgbClr val="DDDDDD"/>
      </a:lt2>
      <a:accent1>
        <a:srgbClr val="5191CD"/>
      </a:accent1>
      <a:accent2>
        <a:srgbClr val="595959"/>
      </a:accent2>
      <a:accent3>
        <a:srgbClr val="A4D7F4"/>
      </a:accent3>
      <a:accent4>
        <a:srgbClr val="7AA23A"/>
      </a:accent4>
      <a:accent5>
        <a:srgbClr val="FFC211"/>
      </a:accent5>
      <a:accent6>
        <a:srgbClr val="C94409"/>
      </a:accent6>
      <a:hlink>
        <a:srgbClr val="2B93E1"/>
      </a:hlink>
      <a:folHlink>
        <a:srgbClr val="2B93E1"/>
      </a:folHlink>
    </a:clrScheme>
    <a:fontScheme name="Custom 1">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noFill/>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a:defRPr sz="3200" dirty="0" err="1" smtClean="0">
            <a:gradFill>
              <a:gsLst>
                <a:gs pos="0">
                  <a:schemeClr val="tx1"/>
                </a:gs>
                <a:gs pos="86000">
                  <a:schemeClr val="tx1"/>
                </a:gs>
              </a:gsLst>
              <a:lin ang="5400000" scaled="0"/>
            </a:gradFill>
          </a:defRPr>
        </a:defPPr>
      </a:lstStyle>
    </a:txDef>
  </a:objectDefaults>
  <a:extraClrSchemeLst/>
</a:theme>
</file>

<file path=ppt/theme/theme8.xml><?xml version="1.0" encoding="utf-8"?>
<a:theme xmlns:a="http://schemas.openxmlformats.org/drawingml/2006/main" name="SDM PPT Template">
  <a:themeElements>
    <a:clrScheme name="MS Services - Light Template">
      <a:dk1>
        <a:srgbClr val="292929"/>
      </a:dk1>
      <a:lt1>
        <a:srgbClr val="FFFFFF"/>
      </a:lt1>
      <a:dk2>
        <a:srgbClr val="0070C0"/>
      </a:dk2>
      <a:lt2>
        <a:srgbClr val="DDDDDD"/>
      </a:lt2>
      <a:accent1>
        <a:srgbClr val="5191CD"/>
      </a:accent1>
      <a:accent2>
        <a:srgbClr val="595959"/>
      </a:accent2>
      <a:accent3>
        <a:srgbClr val="A4D7F4"/>
      </a:accent3>
      <a:accent4>
        <a:srgbClr val="7AA23A"/>
      </a:accent4>
      <a:accent5>
        <a:srgbClr val="FFC211"/>
      </a:accent5>
      <a:accent6>
        <a:srgbClr val="C94409"/>
      </a:accent6>
      <a:hlink>
        <a:srgbClr val="2B93E1"/>
      </a:hlink>
      <a:folHlink>
        <a:srgbClr val="2B93E1"/>
      </a:folHlink>
    </a:clrScheme>
    <a:fontScheme name="Custom 1">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noFill/>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a:defRPr sz="3200" dirty="0" err="1" smtClean="0">
            <a:gradFill>
              <a:gsLst>
                <a:gs pos="0">
                  <a:schemeClr val="tx1"/>
                </a:gs>
                <a:gs pos="86000">
                  <a:schemeClr val="tx1"/>
                </a:gs>
              </a:gsLst>
              <a:lin ang="5400000" scaled="0"/>
            </a:gradFill>
          </a:defRPr>
        </a:defPPr>
      </a:lstStyle>
    </a:txDef>
  </a:objectDefaults>
  <a:extraClrSchemeLst/>
</a:theme>
</file>

<file path=ppt/theme/theme9.xml><?xml version="1.0" encoding="utf-8"?>
<a:theme xmlns:a="http://schemas.openxmlformats.org/drawingml/2006/main" name="SDM PPT Template">
  <a:themeElements>
    <a:clrScheme name="MS Services - Light Template">
      <a:dk1>
        <a:srgbClr val="292929"/>
      </a:dk1>
      <a:lt1>
        <a:srgbClr val="FFFFFF"/>
      </a:lt1>
      <a:dk2>
        <a:srgbClr val="0070C0"/>
      </a:dk2>
      <a:lt2>
        <a:srgbClr val="DDDDDD"/>
      </a:lt2>
      <a:accent1>
        <a:srgbClr val="5191CD"/>
      </a:accent1>
      <a:accent2>
        <a:srgbClr val="595959"/>
      </a:accent2>
      <a:accent3>
        <a:srgbClr val="A4D7F4"/>
      </a:accent3>
      <a:accent4>
        <a:srgbClr val="7AA23A"/>
      </a:accent4>
      <a:accent5>
        <a:srgbClr val="FFC211"/>
      </a:accent5>
      <a:accent6>
        <a:srgbClr val="C94409"/>
      </a:accent6>
      <a:hlink>
        <a:srgbClr val="2B93E1"/>
      </a:hlink>
      <a:folHlink>
        <a:srgbClr val="2B93E1"/>
      </a:folHlink>
    </a:clrScheme>
    <a:fontScheme name="Custom 1">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noFill/>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a:defRPr sz="3200" dirty="0" err="1" smtClean="0">
            <a:gradFill>
              <a:gsLst>
                <a:gs pos="0">
                  <a:schemeClr val="tx1"/>
                </a:gs>
                <a:gs pos="86000">
                  <a:schemeClr val="tx1"/>
                </a:gs>
              </a:gsLst>
              <a:lin ang="5400000" scaled="0"/>
            </a:gradFill>
          </a:defRPr>
        </a:defPPr>
      </a:lstStyle>
    </a:txDef>
  </a:objectDefaults>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55D913836D2544985A79B45C661D17" ma:contentTypeVersion="8" ma:contentTypeDescription="Create a new document." ma:contentTypeScope="" ma:versionID="5c30d15cfdb8c07bbe1488343f5cb3ec">
  <xsd:schema xmlns:xsd="http://www.w3.org/2001/XMLSchema" xmlns:xs="http://www.w3.org/2001/XMLSchema" xmlns:p="http://schemas.microsoft.com/office/2006/metadata/properties" xmlns:ns2="84a77939-e10e-43f1-b533-6828c59afbf2" xmlns:ns3="73d7e4f8-2548-4cd6-ae70-68907703bd67" targetNamespace="http://schemas.microsoft.com/office/2006/metadata/properties" ma:root="true" ma:fieldsID="48ac6ba334052d06d892f36202b69957" ns2:_="" ns3:_="">
    <xsd:import namespace="84a77939-e10e-43f1-b533-6828c59afbf2"/>
    <xsd:import namespace="73d7e4f8-2548-4cd6-ae70-68907703bd6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a77939-e10e-43f1-b533-6828c59afb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fals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3d7e4f8-2548-4cd6-ae70-68907703bd6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84a77939-e10e-43f1-b533-6828c59afbf2" xsi:nil="true"/>
    <SharedWithUsers xmlns="73d7e4f8-2548-4cd6-ae70-68907703bd67">
      <UserInfo>
        <DisplayName>Shelton Sunday</DisplayName>
        <AccountId>13</AccountId>
        <AccountType/>
      </UserInfo>
      <UserInfo>
        <DisplayName>Armine Mikayelyan</DisplayName>
        <AccountId>53</AccountId>
        <AccountType/>
      </UserInfo>
      <UserInfo>
        <DisplayName>Paul Wu (MCS)</DisplayName>
        <AccountId>96</AccountId>
        <AccountType/>
      </UserInfo>
      <UserInfo>
        <DisplayName>Srinivasa Vejendla</DisplayName>
        <AccountId>45</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740BD11-2202-4FCA-B9D6-8B31EEF20158}">
  <ds:schemaRefs>
    <ds:schemaRef ds:uri="73d7e4f8-2548-4cd6-ae70-68907703bd67"/>
    <ds:schemaRef ds:uri="84a77939-e10e-43f1-b533-6828c59afbf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91C5D9A-7E2C-4FBC-8ACE-4C381B1B7E82}">
  <ds:schemaRefs>
    <ds:schemaRef ds:uri="http://purl.org/dc/terms/"/>
    <ds:schemaRef ds:uri="http://purl.org/dc/dcmitype/"/>
    <ds:schemaRef ds:uri="http://www.w3.org/XML/1998/namespace"/>
    <ds:schemaRef ds:uri="http://schemas.openxmlformats.org/package/2006/metadata/core-properties"/>
    <ds:schemaRef ds:uri="84a77939-e10e-43f1-b533-6828c59afbf2"/>
    <ds:schemaRef ds:uri="http://purl.org/dc/elements/1.1/"/>
    <ds:schemaRef ds:uri="http://schemas.microsoft.com/office/2006/metadata/properties"/>
    <ds:schemaRef ds:uri="73d7e4f8-2548-4cd6-ae70-68907703bd67"/>
    <ds:schemaRef ds:uri="http://schemas.microsoft.com/office/2006/documentManagement/types"/>
    <ds:schemaRef ds:uri="http://schemas.microsoft.com/office/infopath/2007/PartnerControls"/>
  </ds:schemaRefs>
</ds:datastoreItem>
</file>

<file path=customXml/itemProps3.xml><?xml version="1.0" encoding="utf-8"?>
<ds:datastoreItem xmlns:ds="http://schemas.openxmlformats.org/officeDocument/2006/customXml" ds:itemID="{3954F1E8-4E48-4CEF-A3C3-2901BD138B71}">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1437</TotalTime>
  <Words>143</Words>
  <Application>Microsoft Office PowerPoint</Application>
  <PresentationFormat>On-screen Show (16:9)</PresentationFormat>
  <Paragraphs>38</Paragraphs>
  <Slides>1</Slides>
  <Notes>0</Notes>
  <HiddenSlides>0</HiddenSlides>
  <MMClips>0</MMClips>
  <ScaleCrop>false</ScaleCrop>
  <HeadingPairs>
    <vt:vector size="6" baseType="variant">
      <vt:variant>
        <vt:lpstr>Fonts Used</vt:lpstr>
      </vt:variant>
      <vt:variant>
        <vt:i4>6</vt:i4>
      </vt:variant>
      <vt:variant>
        <vt:lpstr>Theme</vt:lpstr>
      </vt:variant>
      <vt:variant>
        <vt:i4>9</vt:i4>
      </vt:variant>
      <vt:variant>
        <vt:lpstr>Slide Titles</vt:lpstr>
      </vt:variant>
      <vt:variant>
        <vt:i4>1</vt:i4>
      </vt:variant>
    </vt:vector>
  </HeadingPairs>
  <TitlesOfParts>
    <vt:vector size="16" baseType="lpstr">
      <vt:lpstr>Arial</vt:lpstr>
      <vt:lpstr>Calibri</vt:lpstr>
      <vt:lpstr>Roboto</vt:lpstr>
      <vt:lpstr>Segoe UI</vt:lpstr>
      <vt:lpstr>Segoe UI Light</vt:lpstr>
      <vt:lpstr>Segoe UI Semibold</vt:lpstr>
      <vt:lpstr>SDM PPT Template</vt:lpstr>
      <vt:lpstr>1-50006_City Lights - Purple</vt:lpstr>
      <vt:lpstr>SDM PPT Template</vt:lpstr>
      <vt:lpstr>SDM PPT Template</vt:lpstr>
      <vt:lpstr>1-50006_City Lights - Purple</vt:lpstr>
      <vt:lpstr>1_SDM PPT Template</vt:lpstr>
      <vt:lpstr>SDM PPT Template</vt:lpstr>
      <vt:lpstr>SDM PPT Template</vt:lpstr>
      <vt:lpstr>SDM PPT Template</vt:lpstr>
      <vt:lpstr>Project  Schedule </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Kickoff Presentation Template</dc:title>
  <dc:subject>Microsoft Services</dc:subject>
  <dc:creator>Administrator</dc:creator>
  <dc:description/>
  <cp:lastModifiedBy>Srinivasa Vejendla</cp:lastModifiedBy>
  <cp:revision>2</cp:revision>
  <dcterms:created xsi:type="dcterms:W3CDTF">2012-04-05T01:43:20Z</dcterms:created>
  <dcterms:modified xsi:type="dcterms:W3CDTF">2022-06-21T18:52:01Z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0x0101001155D913836D2544985A79B45C661D17</vt:lpwstr>
  </property>
  <property fmtid="{D5CDD505-2E9C-101B-9397-08002B2CF9AE}" pid="3" name="Order">
    <vt:r8>300</vt:r8>
  </property>
  <property fmtid="{D5CDD505-2E9C-101B-9397-08002B2CF9AE}" pid="4" name="Description0">
    <vt:lpwstr>Project Kickoff Presentation Template</vt:lpwstr>
  </property>
  <property fmtid="{D5CDD505-2E9C-101B-9397-08002B2CF9AE}" pid="5" name="Size">
    <vt:lpwstr>158KB</vt:lpwstr>
  </property>
  <property fmtid="{D5CDD505-2E9C-101B-9397-08002B2CF9AE}" pid="6" name="Downloads">
    <vt:lpwstr>1550</vt:lpwstr>
  </property>
  <property fmtid="{D5CDD505-2E9C-101B-9397-08002B2CF9AE}" pid="7" name="TemplateName">
    <vt:lpwstr>SDM - Template - Project Kickoff </vt:lpwstr>
  </property>
  <property fmtid="{D5CDD505-2E9C-101B-9397-08002B2CF9AE}" pid="8" name="PublishedDate">
    <vt:lpwstr>2012-07-17</vt:lpwstr>
  </property>
  <property fmtid="{D5CDD505-2E9C-101B-9397-08002B2CF9AE}" pid="9" name="AssetType">
    <vt:lpwstr>7;#Document|bd483d13-9815-4c18-9aac-d6617bef9838</vt:lpwstr>
  </property>
  <property fmtid="{D5CDD505-2E9C-101B-9397-08002B2CF9AE}" pid="10" name="Geography">
    <vt:lpwstr/>
  </property>
  <property fmtid="{D5CDD505-2E9C-101B-9397-08002B2CF9AE}" pid="11" name="Deliverable Type">
    <vt:lpwstr>Project Kickoff Presentation Template</vt:lpwstr>
  </property>
  <property fmtid="{D5CDD505-2E9C-101B-9397-08002B2CF9AE}" pid="12" name="Engagement Phase">
    <vt:lpwstr>10;#MSF-Delivery Management|ea90f86b-9e67-489b-b17b-c646c6495d87</vt:lpwstr>
  </property>
  <property fmtid="{D5CDD505-2E9C-101B-9397-08002B2CF9AE}" pid="13" name="Industry">
    <vt:lpwstr/>
  </property>
  <property fmtid="{D5CDD505-2E9C-101B-9397-08002B2CF9AE}" pid="14" name="Communities">
    <vt:lpwstr/>
  </property>
  <property fmtid="{D5CDD505-2E9C-101B-9397-08002B2CF9AE}" pid="15" name="Service Line">
    <vt:lpwstr/>
  </property>
  <property fmtid="{D5CDD505-2E9C-101B-9397-08002B2CF9AE}" pid="16" name="Offering">
    <vt:lpwstr/>
  </property>
  <property fmtid="{D5CDD505-2E9C-101B-9397-08002B2CF9AE}" pid="17" name="Products">
    <vt:lpwstr/>
  </property>
  <property fmtid="{D5CDD505-2E9C-101B-9397-08002B2CF9AE}" pid="18" name="Document Status">
    <vt:lpwstr>Draft</vt:lpwstr>
  </property>
  <property fmtid="{D5CDD505-2E9C-101B-9397-08002B2CF9AE}" pid="19" name="Asset Type">
    <vt:lpwstr>2;#Document|bd483d13-9815-4c18-9aac-d6617bef9838</vt:lpwstr>
  </property>
  <property fmtid="{D5CDD505-2E9C-101B-9397-08002B2CF9AE}" pid="20" name="xd_Signature">
    <vt:bool>false</vt:bool>
  </property>
  <property fmtid="{D5CDD505-2E9C-101B-9397-08002B2CF9AE}" pid="21" name="xd_ProgID">
    <vt:lpwstr/>
  </property>
  <property fmtid="{D5CDD505-2E9C-101B-9397-08002B2CF9AE}" pid="22" name="TemplateUrl">
    <vt:lpwstr/>
  </property>
  <property fmtid="{D5CDD505-2E9C-101B-9397-08002B2CF9AE}" pid="23" name="_dlc_DocIdItemGuid">
    <vt:lpwstr>bdd83b14-39c8-4973-9ab5-6cb73dcac436</vt:lpwstr>
  </property>
  <property fmtid="{D5CDD505-2E9C-101B-9397-08002B2CF9AE}" pid="24" name="MSIP_Label_f42aa342-8706-4288-bd11-ebb85995028c_Enabled">
    <vt:lpwstr>True</vt:lpwstr>
  </property>
  <property fmtid="{D5CDD505-2E9C-101B-9397-08002B2CF9AE}" pid="25" name="MSIP_Label_f42aa342-8706-4288-bd11-ebb85995028c_SiteId">
    <vt:lpwstr>72f988bf-86f1-41af-91ab-2d7cd011db47</vt:lpwstr>
  </property>
  <property fmtid="{D5CDD505-2E9C-101B-9397-08002B2CF9AE}" pid="26" name="MSIP_Label_f42aa342-8706-4288-bd11-ebb85995028c_SetDate">
    <vt:lpwstr>2020-01-12T15:05:15.9124783Z</vt:lpwstr>
  </property>
  <property fmtid="{D5CDD505-2E9C-101B-9397-08002B2CF9AE}" pid="27" name="MSIP_Label_f42aa342-8706-4288-bd11-ebb85995028c_Name">
    <vt:lpwstr>General</vt:lpwstr>
  </property>
  <property fmtid="{D5CDD505-2E9C-101B-9397-08002B2CF9AE}" pid="28" name="MSIP_Label_f42aa342-8706-4288-bd11-ebb85995028c_ActionId">
    <vt:lpwstr>e6fceb31-8683-45fc-84ec-8947c0d87ea3</vt:lpwstr>
  </property>
  <property fmtid="{D5CDD505-2E9C-101B-9397-08002B2CF9AE}" pid="29" name="MSIP_Label_f42aa342-8706-4288-bd11-ebb85995028c_Extended_MSFT_Method">
    <vt:lpwstr>Automatic</vt:lpwstr>
  </property>
  <property fmtid="{D5CDD505-2E9C-101B-9397-08002B2CF9AE}" pid="30" name="Sensitivity">
    <vt:lpwstr>General</vt:lpwstr>
  </property>
  <property fmtid="{D5CDD505-2E9C-101B-9397-08002B2CF9AE}" pid="31" name="bc28b5f076654a3b96073bbbebfeb8c9">
    <vt:lpwstr>English|cb91f272-ce4d-4a7e-9bbf-78b58e3d188d</vt:lpwstr>
  </property>
  <property fmtid="{D5CDD505-2E9C-101B-9397-08002B2CF9AE}" pid="32" name="TaxCatchAll">
    <vt:lpwstr>6;#English|cb91f272-ce4d-4a7e-9bbf-78b58e3d188d</vt:lpwstr>
  </property>
  <property fmtid="{D5CDD505-2E9C-101B-9397-08002B2CF9AE}" pid="33" name="p7ae7c99891b404d9a873cd3c41a01e4">
    <vt:lpwstr/>
  </property>
  <property fmtid="{D5CDD505-2E9C-101B-9397-08002B2CF9AE}" pid="34" name="ServicesDomain">
    <vt:lpwstr/>
  </property>
  <property fmtid="{D5CDD505-2E9C-101B-9397-08002B2CF9AE}" pid="35" name="VerticalIndustries">
    <vt:lpwstr/>
  </property>
  <property fmtid="{D5CDD505-2E9C-101B-9397-08002B2CF9AE}" pid="36" name="ServicesBusinessScenario">
    <vt:lpwstr/>
  </property>
  <property fmtid="{D5CDD505-2E9C-101B-9397-08002B2CF9AE}" pid="37" name="p26d0941c95b4632829814c66f0e8c72">
    <vt:lpwstr/>
  </property>
  <property fmtid="{D5CDD505-2E9C-101B-9397-08002B2CF9AE}" pid="38" name="MSProducts">
    <vt:lpwstr/>
  </property>
  <property fmtid="{D5CDD505-2E9C-101B-9397-08002B2CF9AE}" pid="39" name="CodeKeywords">
    <vt:lpwstr/>
  </property>
  <property fmtid="{D5CDD505-2E9C-101B-9397-08002B2CF9AE}" pid="40" name="m74a2925250f485f9486ed3f97e2a6b3">
    <vt:lpwstr/>
  </property>
  <property fmtid="{D5CDD505-2E9C-101B-9397-08002B2CF9AE}" pid="41" name="ServicesIPTypes">
    <vt:lpwstr/>
  </property>
  <property fmtid="{D5CDD505-2E9C-101B-9397-08002B2CF9AE}" pid="42" name="g6775e77a6d84637a29014d883a4378a">
    <vt:lpwstr/>
  </property>
  <property fmtid="{D5CDD505-2E9C-101B-9397-08002B2CF9AE}" pid="43" name="DevelopmentLanguages">
    <vt:lpwstr/>
  </property>
  <property fmtid="{D5CDD505-2E9C-101B-9397-08002B2CF9AE}" pid="44" name="ServicesCommunities">
    <vt:lpwstr/>
  </property>
  <property fmtid="{D5CDD505-2E9C-101B-9397-08002B2CF9AE}" pid="45" name="af1f5bfae61e4243aac9966cb19580e1">
    <vt:lpwstr/>
  </property>
  <property fmtid="{D5CDD505-2E9C-101B-9397-08002B2CF9AE}" pid="46" name="MSProductsTaxHTField0">
    <vt:lpwstr/>
  </property>
  <property fmtid="{D5CDD505-2E9C-101B-9397-08002B2CF9AE}" pid="47" name="MSLanguage">
    <vt:lpwstr>6;#English|cb91f272-ce4d-4a7e-9bbf-78b58e3d188d</vt:lpwstr>
  </property>
  <property fmtid="{D5CDD505-2E9C-101B-9397-08002B2CF9AE}" pid="48" name="fbc3fc07245d4d4d97685e71074b9827">
    <vt:lpwstr/>
  </property>
  <property fmtid="{D5CDD505-2E9C-101B-9397-08002B2CF9AE}" pid="49" name="oad7af80ad0f4ba99bb03b3894ab533c">
    <vt:lpwstr/>
  </property>
</Properties>
</file>